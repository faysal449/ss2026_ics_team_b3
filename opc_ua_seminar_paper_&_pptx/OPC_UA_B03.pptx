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58" r:id="rId4"/>
    <p:sldId id="270" r:id="rId5"/>
    <p:sldId id="259" r:id="rId6"/>
    <p:sldId id="263" r:id="rId7"/>
    <p:sldId id="272" r:id="rId8"/>
    <p:sldId id="273" r:id="rId9"/>
    <p:sldId id="274" r:id="rId10"/>
    <p:sldId id="264" r:id="rId11"/>
    <p:sldId id="278" r:id="rId12"/>
    <p:sldId id="265" r:id="rId13"/>
    <p:sldId id="266" r:id="rId14"/>
  </p:sldIdLst>
  <p:sldSz cx="12192000" cy="6858000"/>
  <p:notesSz cx="6858000" cy="9144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55" autoAdjust="0"/>
    <p:restoredTop sz="94660"/>
  </p:normalViewPr>
  <p:slideViewPr>
    <p:cSldViewPr snapToGrid="0">
      <p:cViewPr>
        <p:scale>
          <a:sx n="79" d="100"/>
          <a:sy n="79" d="100"/>
        </p:scale>
        <p:origin x="363" y="2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6F647B-CE28-419B-8759-B25960A822F6}" type="doc">
      <dgm:prSet loTypeId="urn:microsoft.com/office/officeart/2005/8/layout/cycle8" loCatId="cycle" qsTypeId="urn:microsoft.com/office/officeart/2005/8/quickstyle/3d6" qsCatId="3D" csTypeId="urn:microsoft.com/office/officeart/2005/8/colors/colorful4" csCatId="colorful" phldr="1"/>
      <dgm:spPr/>
      <dgm:t>
        <a:bodyPr/>
        <a:lstStyle/>
        <a:p>
          <a:endParaRPr lang="de-DE"/>
        </a:p>
      </dgm:t>
    </dgm:pt>
    <dgm:pt modelId="{D90E2B37-A0EB-4558-AE89-CA3757051086}">
      <dgm:prSet phldrT="[Text]" phldr="0" custT="1"/>
      <dgm:spPr/>
      <dgm:t>
        <a:bodyPr/>
        <a:lstStyle/>
        <a:p>
          <a:r>
            <a:rPr lang="en-US" sz="1800" b="1" dirty="0">
              <a:latin typeface="Times New Roman" panose="02020603050405020304" pitchFamily="18" charset="0"/>
              <a:cs typeface="Times New Roman" panose="02020603050405020304" pitchFamily="18" charset="0"/>
            </a:rPr>
            <a:t>Industrial Data</a:t>
          </a:r>
          <a:endParaRPr lang="de-DE" sz="1400" b="1" dirty="0">
            <a:latin typeface="Times New Roman" panose="02020603050405020304" pitchFamily="18" charset="0"/>
            <a:cs typeface="Times New Roman" panose="02020603050405020304" pitchFamily="18" charset="0"/>
          </a:endParaRPr>
        </a:p>
      </dgm:t>
    </dgm:pt>
    <dgm:pt modelId="{5AD750DB-8989-42BF-BB96-214288B83E39}" type="parTrans" cxnId="{66D3A8C8-9066-4C6D-9EFC-A2F0EF8B19FE}">
      <dgm:prSet/>
      <dgm:spPr/>
      <dgm:t>
        <a:bodyPr/>
        <a:lstStyle/>
        <a:p>
          <a:endParaRPr lang="de-DE"/>
        </a:p>
      </dgm:t>
    </dgm:pt>
    <dgm:pt modelId="{EF4EF0FE-F2A7-4D02-AB20-F5A7CF3C4138}" type="sibTrans" cxnId="{66D3A8C8-9066-4C6D-9EFC-A2F0EF8B19FE}">
      <dgm:prSet/>
      <dgm:spPr/>
      <dgm:t>
        <a:bodyPr/>
        <a:lstStyle/>
        <a:p>
          <a:endParaRPr lang="de-DE"/>
        </a:p>
      </dgm:t>
    </dgm:pt>
    <dgm:pt modelId="{ED57492E-6723-43EB-BD9B-4329BD94885B}">
      <dgm:prSet phldrT="[Text]" custT="1"/>
      <dgm:spPr/>
      <dgm:t>
        <a:bodyPr/>
        <a:lstStyle/>
        <a:p>
          <a:pPr>
            <a:buNone/>
          </a:pPr>
          <a:r>
            <a:rPr lang="de-DE" sz="1800" b="1" dirty="0">
              <a:latin typeface="Times New Roman" panose="02020603050405020304" pitchFamily="18" charset="0"/>
              <a:cs typeface="Times New Roman" panose="02020603050405020304" pitchFamily="18" charset="0"/>
            </a:rPr>
            <a:t>Dashboard</a:t>
          </a:r>
          <a:endParaRPr lang="de-DE" sz="2000" b="1" dirty="0">
            <a:latin typeface="Times New Roman" panose="02020603050405020304" pitchFamily="18" charset="0"/>
            <a:cs typeface="Times New Roman" panose="02020603050405020304" pitchFamily="18" charset="0"/>
          </a:endParaRPr>
        </a:p>
      </dgm:t>
    </dgm:pt>
    <dgm:pt modelId="{D5587418-7EF9-485D-A3A9-34DA1EE28E53}" type="parTrans" cxnId="{27B5DD8F-4965-4A22-AEC9-8EE5B45D691E}">
      <dgm:prSet/>
      <dgm:spPr/>
      <dgm:t>
        <a:bodyPr/>
        <a:lstStyle/>
        <a:p>
          <a:endParaRPr lang="de-DE"/>
        </a:p>
      </dgm:t>
    </dgm:pt>
    <dgm:pt modelId="{396F3D9F-6063-473C-867E-20A9E7567A6B}" type="sibTrans" cxnId="{27B5DD8F-4965-4A22-AEC9-8EE5B45D691E}">
      <dgm:prSet/>
      <dgm:spPr/>
      <dgm:t>
        <a:bodyPr/>
        <a:lstStyle/>
        <a:p>
          <a:endParaRPr lang="de-DE"/>
        </a:p>
      </dgm:t>
    </dgm:pt>
    <dgm:pt modelId="{A3592039-E654-4BBE-AE25-C5D328524688}">
      <dgm:prSet phldrT="[Text]" custT="1"/>
      <dgm:spPr/>
      <dgm:t>
        <a:bodyPr/>
        <a:lstStyle/>
        <a:p>
          <a:pPr>
            <a:buNone/>
          </a:pPr>
          <a:r>
            <a:rPr lang="de-DE" sz="2000" b="1" dirty="0">
              <a:latin typeface="Times New Roman" panose="02020603050405020304" pitchFamily="18" charset="0"/>
              <a:cs typeface="Times New Roman" panose="02020603050405020304" pitchFamily="18" charset="0"/>
            </a:rPr>
            <a:t>Edge Gateway</a:t>
          </a:r>
        </a:p>
      </dgm:t>
    </dgm:pt>
    <dgm:pt modelId="{1550A396-BFD7-433A-93B3-F51DCE9D0EB2}" type="parTrans" cxnId="{6A934384-32C4-4F80-834D-9AD0D7072105}">
      <dgm:prSet/>
      <dgm:spPr/>
      <dgm:t>
        <a:bodyPr/>
        <a:lstStyle/>
        <a:p>
          <a:endParaRPr lang="de-DE"/>
        </a:p>
      </dgm:t>
    </dgm:pt>
    <dgm:pt modelId="{677A7D8E-76A4-4D77-9551-FC293EAF96CB}" type="sibTrans" cxnId="{6A934384-32C4-4F80-834D-9AD0D7072105}">
      <dgm:prSet/>
      <dgm:spPr/>
      <dgm:t>
        <a:bodyPr/>
        <a:lstStyle/>
        <a:p>
          <a:endParaRPr lang="de-DE"/>
        </a:p>
      </dgm:t>
    </dgm:pt>
    <dgm:pt modelId="{A22EAA98-7D2C-457B-8344-5822D80B83BA}" type="pres">
      <dgm:prSet presAssocID="{126F647B-CE28-419B-8759-B25960A822F6}" presName="compositeShape" presStyleCnt="0">
        <dgm:presLayoutVars>
          <dgm:chMax val="7"/>
          <dgm:dir/>
          <dgm:resizeHandles val="exact"/>
        </dgm:presLayoutVars>
      </dgm:prSet>
      <dgm:spPr/>
    </dgm:pt>
    <dgm:pt modelId="{49A06242-59DC-419A-903C-DBECAA031B35}" type="pres">
      <dgm:prSet presAssocID="{126F647B-CE28-419B-8759-B25960A822F6}" presName="wedge1" presStyleLbl="node1" presStyleIdx="0" presStyleCnt="3" custLinFactNeighborX="-889" custLinFactNeighborY="-222"/>
      <dgm:spPr/>
    </dgm:pt>
    <dgm:pt modelId="{3742BDF6-9414-4BA6-9999-34A08D6727BB}" type="pres">
      <dgm:prSet presAssocID="{126F647B-CE28-419B-8759-B25960A822F6}" presName="dummy1a" presStyleCnt="0"/>
      <dgm:spPr/>
    </dgm:pt>
    <dgm:pt modelId="{E9B75AEA-5A9C-480D-811F-93306E1DBD30}" type="pres">
      <dgm:prSet presAssocID="{126F647B-CE28-419B-8759-B25960A822F6}" presName="dummy1b" presStyleCnt="0"/>
      <dgm:spPr/>
    </dgm:pt>
    <dgm:pt modelId="{3D52706F-5363-42EA-9F66-43138A073F13}" type="pres">
      <dgm:prSet presAssocID="{126F647B-CE28-419B-8759-B25960A822F6}" presName="wedge1Tx" presStyleLbl="node1" presStyleIdx="0" presStyleCnt="3">
        <dgm:presLayoutVars>
          <dgm:chMax val="0"/>
          <dgm:chPref val="0"/>
          <dgm:bulletEnabled val="1"/>
        </dgm:presLayoutVars>
      </dgm:prSet>
      <dgm:spPr/>
    </dgm:pt>
    <dgm:pt modelId="{A4744F64-E89D-4DF1-96A1-B9C52FE8F6B8}" type="pres">
      <dgm:prSet presAssocID="{126F647B-CE28-419B-8759-B25960A822F6}" presName="wedge2" presStyleLbl="node1" presStyleIdx="1" presStyleCnt="3" custLinFactNeighborX="-607" custLinFactNeighborY="21"/>
      <dgm:spPr/>
    </dgm:pt>
    <dgm:pt modelId="{5B1C26F2-04F0-493A-B29C-B11D1BAC59F9}" type="pres">
      <dgm:prSet presAssocID="{126F647B-CE28-419B-8759-B25960A822F6}" presName="dummy2a" presStyleCnt="0"/>
      <dgm:spPr/>
    </dgm:pt>
    <dgm:pt modelId="{9D5B55B7-5790-47C2-AC40-EC898AF465F9}" type="pres">
      <dgm:prSet presAssocID="{126F647B-CE28-419B-8759-B25960A822F6}" presName="dummy2b" presStyleCnt="0"/>
      <dgm:spPr/>
    </dgm:pt>
    <dgm:pt modelId="{869FE71B-02EA-4CFC-ABFF-CB1C62C05EF9}" type="pres">
      <dgm:prSet presAssocID="{126F647B-CE28-419B-8759-B25960A822F6}" presName="wedge2Tx" presStyleLbl="node1" presStyleIdx="1" presStyleCnt="3">
        <dgm:presLayoutVars>
          <dgm:chMax val="0"/>
          <dgm:chPref val="0"/>
          <dgm:bulletEnabled val="1"/>
        </dgm:presLayoutVars>
      </dgm:prSet>
      <dgm:spPr/>
    </dgm:pt>
    <dgm:pt modelId="{9E8C1EBA-2673-4E4B-8953-9E3DFD3E2C3B}" type="pres">
      <dgm:prSet presAssocID="{126F647B-CE28-419B-8759-B25960A822F6}" presName="wedge3" presStyleLbl="node1" presStyleIdx="2" presStyleCnt="3" custLinFactNeighborX="-1304" custLinFactNeighborY="1739"/>
      <dgm:spPr/>
    </dgm:pt>
    <dgm:pt modelId="{A3A2938D-4454-41A2-BE47-4405D26F74FB}" type="pres">
      <dgm:prSet presAssocID="{126F647B-CE28-419B-8759-B25960A822F6}" presName="dummy3a" presStyleCnt="0"/>
      <dgm:spPr/>
    </dgm:pt>
    <dgm:pt modelId="{CDF08D59-6BA7-4DF2-80F3-859EC5048D1D}" type="pres">
      <dgm:prSet presAssocID="{126F647B-CE28-419B-8759-B25960A822F6}" presName="dummy3b" presStyleCnt="0"/>
      <dgm:spPr/>
    </dgm:pt>
    <dgm:pt modelId="{4E8C0E28-5F67-4959-A3F5-C1444D8E338D}" type="pres">
      <dgm:prSet presAssocID="{126F647B-CE28-419B-8759-B25960A822F6}" presName="wedge3Tx" presStyleLbl="node1" presStyleIdx="2" presStyleCnt="3">
        <dgm:presLayoutVars>
          <dgm:chMax val="0"/>
          <dgm:chPref val="0"/>
          <dgm:bulletEnabled val="1"/>
        </dgm:presLayoutVars>
      </dgm:prSet>
      <dgm:spPr/>
    </dgm:pt>
    <dgm:pt modelId="{8C8166B1-A4ED-44B8-8EBD-358A705DA0E7}" type="pres">
      <dgm:prSet presAssocID="{EF4EF0FE-F2A7-4D02-AB20-F5A7CF3C4138}" presName="arrowWedge1" presStyleLbl="fgSibTrans2D1" presStyleIdx="0" presStyleCnt="3"/>
      <dgm:spPr/>
    </dgm:pt>
    <dgm:pt modelId="{984C5985-E047-4AB5-8D26-B891FFFC0EE1}" type="pres">
      <dgm:prSet presAssocID="{677A7D8E-76A4-4D77-9551-FC293EAF96CB}" presName="arrowWedge2" presStyleLbl="fgSibTrans2D1" presStyleIdx="1" presStyleCnt="3"/>
      <dgm:spPr/>
    </dgm:pt>
    <dgm:pt modelId="{36046041-8D9C-4994-924A-510B701F1CC7}" type="pres">
      <dgm:prSet presAssocID="{396F3D9F-6063-473C-867E-20A9E7567A6B}" presName="arrowWedge3" presStyleLbl="fgSibTrans2D1" presStyleIdx="2" presStyleCnt="3" custLinFactNeighborX="1450" custLinFactNeighborY="-2092"/>
      <dgm:spPr/>
    </dgm:pt>
  </dgm:ptLst>
  <dgm:cxnLst>
    <dgm:cxn modelId="{EE5CC83A-7C6B-47C0-9A2E-CF4200D83BFD}" type="presOf" srcId="{D90E2B37-A0EB-4558-AE89-CA3757051086}" destId="{49A06242-59DC-419A-903C-DBECAA031B35}" srcOrd="0" destOrd="0" presId="urn:microsoft.com/office/officeart/2005/8/layout/cycle8"/>
    <dgm:cxn modelId="{F1737D69-D725-4BF0-9D76-13464F5E30D3}" type="presOf" srcId="{A3592039-E654-4BBE-AE25-C5D328524688}" destId="{A4744F64-E89D-4DF1-96A1-B9C52FE8F6B8}" srcOrd="0" destOrd="0" presId="urn:microsoft.com/office/officeart/2005/8/layout/cycle8"/>
    <dgm:cxn modelId="{6A934384-32C4-4F80-834D-9AD0D7072105}" srcId="{126F647B-CE28-419B-8759-B25960A822F6}" destId="{A3592039-E654-4BBE-AE25-C5D328524688}" srcOrd="1" destOrd="0" parTransId="{1550A396-BFD7-433A-93B3-F51DCE9D0EB2}" sibTransId="{677A7D8E-76A4-4D77-9551-FC293EAF96CB}"/>
    <dgm:cxn modelId="{EE003688-7DDC-4794-B727-1FDC3FE43C3D}" type="presOf" srcId="{ED57492E-6723-43EB-BD9B-4329BD94885B}" destId="{9E8C1EBA-2673-4E4B-8953-9E3DFD3E2C3B}" srcOrd="0" destOrd="0" presId="urn:microsoft.com/office/officeart/2005/8/layout/cycle8"/>
    <dgm:cxn modelId="{27B5DD8F-4965-4A22-AEC9-8EE5B45D691E}" srcId="{126F647B-CE28-419B-8759-B25960A822F6}" destId="{ED57492E-6723-43EB-BD9B-4329BD94885B}" srcOrd="2" destOrd="0" parTransId="{D5587418-7EF9-485D-A3A9-34DA1EE28E53}" sibTransId="{396F3D9F-6063-473C-867E-20A9E7567A6B}"/>
    <dgm:cxn modelId="{9DC24DC3-3872-445F-ABE8-4A393E81FF22}" type="presOf" srcId="{D90E2B37-A0EB-4558-AE89-CA3757051086}" destId="{3D52706F-5363-42EA-9F66-43138A073F13}" srcOrd="1" destOrd="0" presId="urn:microsoft.com/office/officeart/2005/8/layout/cycle8"/>
    <dgm:cxn modelId="{66D3A8C8-9066-4C6D-9EFC-A2F0EF8B19FE}" srcId="{126F647B-CE28-419B-8759-B25960A822F6}" destId="{D90E2B37-A0EB-4558-AE89-CA3757051086}" srcOrd="0" destOrd="0" parTransId="{5AD750DB-8989-42BF-BB96-214288B83E39}" sibTransId="{EF4EF0FE-F2A7-4D02-AB20-F5A7CF3C4138}"/>
    <dgm:cxn modelId="{B63338E7-2DA8-4D97-A4B5-9A9C0B2DFA71}" type="presOf" srcId="{126F647B-CE28-419B-8759-B25960A822F6}" destId="{A22EAA98-7D2C-457B-8344-5822D80B83BA}" srcOrd="0" destOrd="0" presId="urn:microsoft.com/office/officeart/2005/8/layout/cycle8"/>
    <dgm:cxn modelId="{D76F47EF-42B1-4D4A-87B3-95EDC4054897}" type="presOf" srcId="{A3592039-E654-4BBE-AE25-C5D328524688}" destId="{869FE71B-02EA-4CFC-ABFF-CB1C62C05EF9}" srcOrd="1" destOrd="0" presId="urn:microsoft.com/office/officeart/2005/8/layout/cycle8"/>
    <dgm:cxn modelId="{F0E3E2F1-54E8-46D1-97AE-3C47734E9EFD}" type="presOf" srcId="{ED57492E-6723-43EB-BD9B-4329BD94885B}" destId="{4E8C0E28-5F67-4959-A3F5-C1444D8E338D}" srcOrd="1" destOrd="0" presId="urn:microsoft.com/office/officeart/2005/8/layout/cycle8"/>
    <dgm:cxn modelId="{929785B3-9081-4D87-942D-C37A46DD20FB}" type="presParOf" srcId="{A22EAA98-7D2C-457B-8344-5822D80B83BA}" destId="{49A06242-59DC-419A-903C-DBECAA031B35}" srcOrd="0" destOrd="0" presId="urn:microsoft.com/office/officeart/2005/8/layout/cycle8"/>
    <dgm:cxn modelId="{25B866EF-3B37-4DBD-A5CB-8FC6E87D20F6}" type="presParOf" srcId="{A22EAA98-7D2C-457B-8344-5822D80B83BA}" destId="{3742BDF6-9414-4BA6-9999-34A08D6727BB}" srcOrd="1" destOrd="0" presId="urn:microsoft.com/office/officeart/2005/8/layout/cycle8"/>
    <dgm:cxn modelId="{3A3D625D-8D2D-4ED0-B3A1-912ABBC56259}" type="presParOf" srcId="{A22EAA98-7D2C-457B-8344-5822D80B83BA}" destId="{E9B75AEA-5A9C-480D-811F-93306E1DBD30}" srcOrd="2" destOrd="0" presId="urn:microsoft.com/office/officeart/2005/8/layout/cycle8"/>
    <dgm:cxn modelId="{B868E046-B7E4-4B23-86E8-BE2510699FF2}" type="presParOf" srcId="{A22EAA98-7D2C-457B-8344-5822D80B83BA}" destId="{3D52706F-5363-42EA-9F66-43138A073F13}" srcOrd="3" destOrd="0" presId="urn:microsoft.com/office/officeart/2005/8/layout/cycle8"/>
    <dgm:cxn modelId="{3E1F777A-2670-4BBD-81A7-E628428784F9}" type="presParOf" srcId="{A22EAA98-7D2C-457B-8344-5822D80B83BA}" destId="{A4744F64-E89D-4DF1-96A1-B9C52FE8F6B8}" srcOrd="4" destOrd="0" presId="urn:microsoft.com/office/officeart/2005/8/layout/cycle8"/>
    <dgm:cxn modelId="{05F6EC80-0470-467F-9749-08A4A1CB2149}" type="presParOf" srcId="{A22EAA98-7D2C-457B-8344-5822D80B83BA}" destId="{5B1C26F2-04F0-493A-B29C-B11D1BAC59F9}" srcOrd="5" destOrd="0" presId="urn:microsoft.com/office/officeart/2005/8/layout/cycle8"/>
    <dgm:cxn modelId="{0858D2D9-CA11-401C-B504-C89376307566}" type="presParOf" srcId="{A22EAA98-7D2C-457B-8344-5822D80B83BA}" destId="{9D5B55B7-5790-47C2-AC40-EC898AF465F9}" srcOrd="6" destOrd="0" presId="urn:microsoft.com/office/officeart/2005/8/layout/cycle8"/>
    <dgm:cxn modelId="{119817B4-7C56-4BB8-B521-838713E33ABE}" type="presParOf" srcId="{A22EAA98-7D2C-457B-8344-5822D80B83BA}" destId="{869FE71B-02EA-4CFC-ABFF-CB1C62C05EF9}" srcOrd="7" destOrd="0" presId="urn:microsoft.com/office/officeart/2005/8/layout/cycle8"/>
    <dgm:cxn modelId="{537EF8EC-EAB0-4527-BFA2-04123734E0DB}" type="presParOf" srcId="{A22EAA98-7D2C-457B-8344-5822D80B83BA}" destId="{9E8C1EBA-2673-4E4B-8953-9E3DFD3E2C3B}" srcOrd="8" destOrd="0" presId="urn:microsoft.com/office/officeart/2005/8/layout/cycle8"/>
    <dgm:cxn modelId="{EA77DDAA-424E-4D59-A302-3A0302FF3012}" type="presParOf" srcId="{A22EAA98-7D2C-457B-8344-5822D80B83BA}" destId="{A3A2938D-4454-41A2-BE47-4405D26F74FB}" srcOrd="9" destOrd="0" presId="urn:microsoft.com/office/officeart/2005/8/layout/cycle8"/>
    <dgm:cxn modelId="{0A807CBF-9BCD-4A1F-BDEB-C60EA60DD637}" type="presParOf" srcId="{A22EAA98-7D2C-457B-8344-5822D80B83BA}" destId="{CDF08D59-6BA7-4DF2-80F3-859EC5048D1D}" srcOrd="10" destOrd="0" presId="urn:microsoft.com/office/officeart/2005/8/layout/cycle8"/>
    <dgm:cxn modelId="{228A70E0-7BB1-4F8A-BC92-AFDD31E60A16}" type="presParOf" srcId="{A22EAA98-7D2C-457B-8344-5822D80B83BA}" destId="{4E8C0E28-5F67-4959-A3F5-C1444D8E338D}" srcOrd="11" destOrd="0" presId="urn:microsoft.com/office/officeart/2005/8/layout/cycle8"/>
    <dgm:cxn modelId="{5E0BACFC-05CF-4DF2-8F64-509DB920C468}" type="presParOf" srcId="{A22EAA98-7D2C-457B-8344-5822D80B83BA}" destId="{8C8166B1-A4ED-44B8-8EBD-358A705DA0E7}" srcOrd="12" destOrd="0" presId="urn:microsoft.com/office/officeart/2005/8/layout/cycle8"/>
    <dgm:cxn modelId="{4D32754B-7057-4542-AE80-FE03F7F8EF43}" type="presParOf" srcId="{A22EAA98-7D2C-457B-8344-5822D80B83BA}" destId="{984C5985-E047-4AB5-8D26-B891FFFC0EE1}" srcOrd="13" destOrd="0" presId="urn:microsoft.com/office/officeart/2005/8/layout/cycle8"/>
    <dgm:cxn modelId="{437565C6-F71C-4020-B0EC-2CED7C034B7F}" type="presParOf" srcId="{A22EAA98-7D2C-457B-8344-5822D80B83BA}" destId="{36046041-8D9C-4994-924A-510B701F1CC7}"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0861D7-A05C-463E-B47B-4EA200EBBA5F}" type="doc">
      <dgm:prSet loTypeId="urn:microsoft.com/office/officeart/2005/8/layout/process1" loCatId="process" qsTypeId="urn:microsoft.com/office/officeart/2005/8/quickstyle/simple2" qsCatId="simple" csTypeId="urn:microsoft.com/office/officeart/2005/8/colors/colorful4" csCatId="colorful" phldr="1"/>
      <dgm:spPr/>
    </dgm:pt>
    <dgm:pt modelId="{8B645F28-91CE-4EBA-94E9-C52B9E2F01E6}">
      <dgm:prSet phldrT="[Text]" custT="1"/>
      <dgm:spPr/>
      <dgm:t>
        <a:bodyPr/>
        <a:lstStyle/>
        <a:p>
          <a:pPr>
            <a:buNone/>
          </a:pPr>
          <a:r>
            <a:rPr lang="de-DE" sz="2400" dirty="0">
              <a:latin typeface="Times New Roman" panose="02020603050405020304" pitchFamily="18" charset="0"/>
              <a:cs typeface="Times New Roman" panose="02020603050405020304" pitchFamily="18" charset="0"/>
            </a:rPr>
            <a:t>Sensor Nodes</a:t>
          </a:r>
        </a:p>
      </dgm:t>
    </dgm:pt>
    <dgm:pt modelId="{1B681158-229C-441C-B2BB-4152ACACB369}" type="parTrans" cxnId="{95190B64-0060-425D-9059-A772CF7C80C6}">
      <dgm:prSet/>
      <dgm:spPr/>
      <dgm:t>
        <a:bodyPr/>
        <a:lstStyle/>
        <a:p>
          <a:endParaRPr lang="de-DE"/>
        </a:p>
      </dgm:t>
    </dgm:pt>
    <dgm:pt modelId="{D9045EF3-1EC0-4584-A31B-8CF53D7D01F3}" type="sibTrans" cxnId="{95190B64-0060-425D-9059-A772CF7C80C6}">
      <dgm:prSet/>
      <dgm:spPr/>
      <dgm:t>
        <a:bodyPr/>
        <a:lstStyle/>
        <a:p>
          <a:endParaRPr lang="de-DE"/>
        </a:p>
      </dgm:t>
    </dgm:pt>
    <dgm:pt modelId="{DFE3BF0F-D155-41C8-A09D-10947A557F07}">
      <dgm:prSet phldrT="[Text]" custT="1"/>
      <dgm:spPr/>
      <dgm:t>
        <a:bodyPr/>
        <a:lstStyle/>
        <a:p>
          <a:pPr>
            <a:buNone/>
          </a:pPr>
          <a:r>
            <a:rPr lang="de-DE" sz="1800" dirty="0">
              <a:latin typeface="Times New Roman" panose="02020603050405020304" pitchFamily="18" charset="0"/>
              <a:cs typeface="Times New Roman" panose="02020603050405020304" pitchFamily="18" charset="0"/>
            </a:rPr>
            <a:t>HTTP / MQTT / UDP</a:t>
          </a:r>
        </a:p>
      </dgm:t>
    </dgm:pt>
    <dgm:pt modelId="{F4513861-4590-46F4-AC3E-AACBD8042BF3}" type="parTrans" cxnId="{09D656D4-BFB9-42D6-8FDF-7B183071AC1C}">
      <dgm:prSet/>
      <dgm:spPr/>
      <dgm:t>
        <a:bodyPr/>
        <a:lstStyle/>
        <a:p>
          <a:endParaRPr lang="de-DE"/>
        </a:p>
      </dgm:t>
    </dgm:pt>
    <dgm:pt modelId="{23052C9F-028A-4F67-9FA7-81ABEFC25642}" type="sibTrans" cxnId="{09D656D4-BFB9-42D6-8FDF-7B183071AC1C}">
      <dgm:prSet/>
      <dgm:spPr/>
      <dgm:t>
        <a:bodyPr/>
        <a:lstStyle/>
        <a:p>
          <a:endParaRPr lang="de-DE"/>
        </a:p>
      </dgm:t>
    </dgm:pt>
    <dgm:pt modelId="{2C38659D-287D-4EB9-B895-6AFF0C7A260E}">
      <dgm:prSet phldrT="[Text]" custT="1"/>
      <dgm:spPr/>
      <dgm:t>
        <a:bodyPr/>
        <a:lstStyle/>
        <a:p>
          <a:pPr>
            <a:buNone/>
          </a:pPr>
          <a:r>
            <a:rPr lang="de-DE" sz="1800" dirty="0">
              <a:latin typeface="Times New Roman" panose="02020603050405020304" pitchFamily="18" charset="0"/>
              <a:cs typeface="Times New Roman" panose="02020603050405020304" pitchFamily="18" charset="0"/>
            </a:rPr>
            <a:t>Raspberry Pi Gateway</a:t>
          </a:r>
        </a:p>
      </dgm:t>
    </dgm:pt>
    <dgm:pt modelId="{89AE054E-55C7-442B-9323-9C43D5468373}" type="parTrans" cxnId="{A3D07D13-9EF6-4E4E-B987-7B9C78C5674B}">
      <dgm:prSet/>
      <dgm:spPr/>
      <dgm:t>
        <a:bodyPr/>
        <a:lstStyle/>
        <a:p>
          <a:endParaRPr lang="de-DE"/>
        </a:p>
      </dgm:t>
    </dgm:pt>
    <dgm:pt modelId="{1790DEBB-7EED-4675-A745-6C5F8F260528}" type="sibTrans" cxnId="{A3D07D13-9EF6-4E4E-B987-7B9C78C5674B}">
      <dgm:prSet/>
      <dgm:spPr/>
      <dgm:t>
        <a:bodyPr/>
        <a:lstStyle/>
        <a:p>
          <a:endParaRPr lang="de-DE"/>
        </a:p>
      </dgm:t>
    </dgm:pt>
    <dgm:pt modelId="{C43F5E7F-F727-40BC-8EA7-53D5356716F8}">
      <dgm:prSet phldrT="[Text]" phldr="0" custT="1"/>
      <dgm:spPr/>
      <dgm:t>
        <a:bodyPr/>
        <a:lstStyle/>
        <a:p>
          <a:pPr>
            <a:buNone/>
          </a:pPr>
          <a:r>
            <a:rPr lang="de-DE" sz="1800" dirty="0">
              <a:latin typeface="Times New Roman" panose="02020603050405020304" pitchFamily="18" charset="0"/>
              <a:cs typeface="Times New Roman" panose="02020603050405020304" pitchFamily="18" charset="0"/>
            </a:rPr>
            <a:t>OPC UA Server</a:t>
          </a:r>
        </a:p>
      </dgm:t>
    </dgm:pt>
    <dgm:pt modelId="{DD8A94D7-ECA9-488D-8911-82C5779BD9D3}" type="parTrans" cxnId="{B264A21D-7AB4-4F3D-A8F1-5AD66392BA9E}">
      <dgm:prSet/>
      <dgm:spPr/>
      <dgm:t>
        <a:bodyPr/>
        <a:lstStyle/>
        <a:p>
          <a:endParaRPr lang="de-DE"/>
        </a:p>
      </dgm:t>
    </dgm:pt>
    <dgm:pt modelId="{7425A832-1F2C-42CD-9BA7-DBEF78AE5A60}" type="sibTrans" cxnId="{B264A21D-7AB4-4F3D-A8F1-5AD66392BA9E}">
      <dgm:prSet/>
      <dgm:spPr/>
      <dgm:t>
        <a:bodyPr/>
        <a:lstStyle/>
        <a:p>
          <a:endParaRPr lang="de-DE"/>
        </a:p>
      </dgm:t>
    </dgm:pt>
    <dgm:pt modelId="{AF91EAF2-41DA-4D9E-8A66-B3CED69715A2}">
      <dgm:prSet phldrT="[Text]" phldr="0" custT="1"/>
      <dgm:spPr/>
      <dgm:t>
        <a:bodyPr/>
        <a:lstStyle/>
        <a:p>
          <a:pPr>
            <a:buNone/>
          </a:pPr>
          <a:r>
            <a:rPr lang="de-DE" sz="1800" dirty="0">
              <a:latin typeface="Times New Roman" panose="02020603050405020304" pitchFamily="18" charset="0"/>
              <a:cs typeface="Times New Roman" panose="02020603050405020304" pitchFamily="18" charset="0"/>
            </a:rPr>
            <a:t>Dashboard</a:t>
          </a:r>
        </a:p>
      </dgm:t>
    </dgm:pt>
    <dgm:pt modelId="{27A74216-CD1C-43E7-9AB5-8B0A402E5994}" type="parTrans" cxnId="{F4936998-2CCC-4B1E-8D0E-8BDCDBC8D6EA}">
      <dgm:prSet/>
      <dgm:spPr/>
      <dgm:t>
        <a:bodyPr/>
        <a:lstStyle/>
        <a:p>
          <a:endParaRPr lang="de-DE"/>
        </a:p>
      </dgm:t>
    </dgm:pt>
    <dgm:pt modelId="{FE941DFF-E25E-4FD0-A148-FFE618A96C77}" type="sibTrans" cxnId="{F4936998-2CCC-4B1E-8D0E-8BDCDBC8D6EA}">
      <dgm:prSet/>
      <dgm:spPr/>
      <dgm:t>
        <a:bodyPr/>
        <a:lstStyle/>
        <a:p>
          <a:endParaRPr lang="de-DE"/>
        </a:p>
      </dgm:t>
    </dgm:pt>
    <dgm:pt modelId="{149A3DFF-2378-4644-A786-6C4F74D42242}" type="pres">
      <dgm:prSet presAssocID="{450861D7-A05C-463E-B47B-4EA200EBBA5F}" presName="Name0" presStyleCnt="0">
        <dgm:presLayoutVars>
          <dgm:dir/>
          <dgm:resizeHandles val="exact"/>
        </dgm:presLayoutVars>
      </dgm:prSet>
      <dgm:spPr/>
    </dgm:pt>
    <dgm:pt modelId="{3ADC8BC1-5368-4C3F-98CC-60799FC1CF8E}" type="pres">
      <dgm:prSet presAssocID="{8B645F28-91CE-4EBA-94E9-C52B9E2F01E6}" presName="node" presStyleLbl="node1" presStyleIdx="0" presStyleCnt="5">
        <dgm:presLayoutVars>
          <dgm:bulletEnabled val="1"/>
        </dgm:presLayoutVars>
      </dgm:prSet>
      <dgm:spPr/>
    </dgm:pt>
    <dgm:pt modelId="{DDD81CC7-6343-4B47-8228-5262C9C4901A}" type="pres">
      <dgm:prSet presAssocID="{D9045EF3-1EC0-4584-A31B-8CF53D7D01F3}" presName="sibTrans" presStyleLbl="sibTrans2D1" presStyleIdx="0" presStyleCnt="4"/>
      <dgm:spPr/>
    </dgm:pt>
    <dgm:pt modelId="{DB14424D-C040-4C06-951E-957F5817E746}" type="pres">
      <dgm:prSet presAssocID="{D9045EF3-1EC0-4584-A31B-8CF53D7D01F3}" presName="connectorText" presStyleLbl="sibTrans2D1" presStyleIdx="0" presStyleCnt="4"/>
      <dgm:spPr/>
    </dgm:pt>
    <dgm:pt modelId="{470526DD-1DC2-4275-A496-074250C1E9DF}" type="pres">
      <dgm:prSet presAssocID="{DFE3BF0F-D155-41C8-A09D-10947A557F07}" presName="node" presStyleLbl="node1" presStyleIdx="1" presStyleCnt="5">
        <dgm:presLayoutVars>
          <dgm:bulletEnabled val="1"/>
        </dgm:presLayoutVars>
      </dgm:prSet>
      <dgm:spPr/>
    </dgm:pt>
    <dgm:pt modelId="{396E1F11-0DBA-4D84-B4CD-404F63EBA88B}" type="pres">
      <dgm:prSet presAssocID="{23052C9F-028A-4F67-9FA7-81ABEFC25642}" presName="sibTrans" presStyleLbl="sibTrans2D1" presStyleIdx="1" presStyleCnt="4"/>
      <dgm:spPr/>
    </dgm:pt>
    <dgm:pt modelId="{6C101E73-659C-4126-8EEF-1E13AA8817FE}" type="pres">
      <dgm:prSet presAssocID="{23052C9F-028A-4F67-9FA7-81ABEFC25642}" presName="connectorText" presStyleLbl="sibTrans2D1" presStyleIdx="1" presStyleCnt="4"/>
      <dgm:spPr/>
    </dgm:pt>
    <dgm:pt modelId="{A573651B-C816-4DE7-9682-5279611F981E}" type="pres">
      <dgm:prSet presAssocID="{2C38659D-287D-4EB9-B895-6AFF0C7A260E}" presName="node" presStyleLbl="node1" presStyleIdx="2" presStyleCnt="5">
        <dgm:presLayoutVars>
          <dgm:bulletEnabled val="1"/>
        </dgm:presLayoutVars>
      </dgm:prSet>
      <dgm:spPr/>
    </dgm:pt>
    <dgm:pt modelId="{4BC7519E-6C55-4A84-B84B-2CF3D0C0BE76}" type="pres">
      <dgm:prSet presAssocID="{1790DEBB-7EED-4675-A745-6C5F8F260528}" presName="sibTrans" presStyleLbl="sibTrans2D1" presStyleIdx="2" presStyleCnt="4"/>
      <dgm:spPr/>
    </dgm:pt>
    <dgm:pt modelId="{770F60C8-DC4D-42B3-A2CA-4995AE0C00CB}" type="pres">
      <dgm:prSet presAssocID="{1790DEBB-7EED-4675-A745-6C5F8F260528}" presName="connectorText" presStyleLbl="sibTrans2D1" presStyleIdx="2" presStyleCnt="4"/>
      <dgm:spPr/>
    </dgm:pt>
    <dgm:pt modelId="{B35EDED0-E9DA-4A8D-8DBF-D9345834911A}" type="pres">
      <dgm:prSet presAssocID="{C43F5E7F-F727-40BC-8EA7-53D5356716F8}" presName="node" presStyleLbl="node1" presStyleIdx="3" presStyleCnt="5">
        <dgm:presLayoutVars>
          <dgm:bulletEnabled val="1"/>
        </dgm:presLayoutVars>
      </dgm:prSet>
      <dgm:spPr/>
    </dgm:pt>
    <dgm:pt modelId="{611F5C0C-7CE3-4C69-B1D3-3DDC799FA4F3}" type="pres">
      <dgm:prSet presAssocID="{7425A832-1F2C-42CD-9BA7-DBEF78AE5A60}" presName="sibTrans" presStyleLbl="sibTrans2D1" presStyleIdx="3" presStyleCnt="4"/>
      <dgm:spPr/>
    </dgm:pt>
    <dgm:pt modelId="{6E06507C-DBDF-4365-B516-3ECAF55F63BC}" type="pres">
      <dgm:prSet presAssocID="{7425A832-1F2C-42CD-9BA7-DBEF78AE5A60}" presName="connectorText" presStyleLbl="sibTrans2D1" presStyleIdx="3" presStyleCnt="4"/>
      <dgm:spPr/>
    </dgm:pt>
    <dgm:pt modelId="{DAFB81C6-B1A7-4D74-AEEF-6F4D708D73FE}" type="pres">
      <dgm:prSet presAssocID="{AF91EAF2-41DA-4D9E-8A66-B3CED69715A2}" presName="node" presStyleLbl="node1" presStyleIdx="4" presStyleCnt="5">
        <dgm:presLayoutVars>
          <dgm:bulletEnabled val="1"/>
        </dgm:presLayoutVars>
      </dgm:prSet>
      <dgm:spPr/>
    </dgm:pt>
  </dgm:ptLst>
  <dgm:cxnLst>
    <dgm:cxn modelId="{5DA94D04-4182-432E-9606-ABD0700223AB}" type="presOf" srcId="{7425A832-1F2C-42CD-9BA7-DBEF78AE5A60}" destId="{6E06507C-DBDF-4365-B516-3ECAF55F63BC}" srcOrd="1" destOrd="0" presId="urn:microsoft.com/office/officeart/2005/8/layout/process1"/>
    <dgm:cxn modelId="{52AA1908-9EE7-45A8-87E8-1038FE9AF473}" type="presOf" srcId="{450861D7-A05C-463E-B47B-4EA200EBBA5F}" destId="{149A3DFF-2378-4644-A786-6C4F74D42242}" srcOrd="0" destOrd="0" presId="urn:microsoft.com/office/officeart/2005/8/layout/process1"/>
    <dgm:cxn modelId="{A3D07D13-9EF6-4E4E-B987-7B9C78C5674B}" srcId="{450861D7-A05C-463E-B47B-4EA200EBBA5F}" destId="{2C38659D-287D-4EB9-B895-6AFF0C7A260E}" srcOrd="2" destOrd="0" parTransId="{89AE054E-55C7-442B-9323-9C43D5468373}" sibTransId="{1790DEBB-7EED-4675-A745-6C5F8F260528}"/>
    <dgm:cxn modelId="{B264A21D-7AB4-4F3D-A8F1-5AD66392BA9E}" srcId="{450861D7-A05C-463E-B47B-4EA200EBBA5F}" destId="{C43F5E7F-F727-40BC-8EA7-53D5356716F8}" srcOrd="3" destOrd="0" parTransId="{DD8A94D7-ECA9-488D-8911-82C5779BD9D3}" sibTransId="{7425A832-1F2C-42CD-9BA7-DBEF78AE5A60}"/>
    <dgm:cxn modelId="{4674233E-685B-4D11-ABB7-BF2D2B7C13F5}" type="presOf" srcId="{8B645F28-91CE-4EBA-94E9-C52B9E2F01E6}" destId="{3ADC8BC1-5368-4C3F-98CC-60799FC1CF8E}" srcOrd="0" destOrd="0" presId="urn:microsoft.com/office/officeart/2005/8/layout/process1"/>
    <dgm:cxn modelId="{95190B64-0060-425D-9059-A772CF7C80C6}" srcId="{450861D7-A05C-463E-B47B-4EA200EBBA5F}" destId="{8B645F28-91CE-4EBA-94E9-C52B9E2F01E6}" srcOrd="0" destOrd="0" parTransId="{1B681158-229C-441C-B2BB-4152ACACB369}" sibTransId="{D9045EF3-1EC0-4584-A31B-8CF53D7D01F3}"/>
    <dgm:cxn modelId="{EB0FCF47-BEEE-47DC-A5E6-170A33CCC5E3}" type="presOf" srcId="{23052C9F-028A-4F67-9FA7-81ABEFC25642}" destId="{6C101E73-659C-4126-8EEF-1E13AA8817FE}" srcOrd="1" destOrd="0" presId="urn:microsoft.com/office/officeart/2005/8/layout/process1"/>
    <dgm:cxn modelId="{25D0F569-F5DC-4821-9786-D0E62A09B255}" type="presOf" srcId="{1790DEBB-7EED-4675-A745-6C5F8F260528}" destId="{770F60C8-DC4D-42B3-A2CA-4995AE0C00CB}" srcOrd="1" destOrd="0" presId="urn:microsoft.com/office/officeart/2005/8/layout/process1"/>
    <dgm:cxn modelId="{37F2B96C-9D08-459E-AFF4-5635C06D01CC}" type="presOf" srcId="{DFE3BF0F-D155-41C8-A09D-10947A557F07}" destId="{470526DD-1DC2-4275-A496-074250C1E9DF}" srcOrd="0" destOrd="0" presId="urn:microsoft.com/office/officeart/2005/8/layout/process1"/>
    <dgm:cxn modelId="{8591EB93-3DF0-4D19-B592-6349102AAB4D}" type="presOf" srcId="{1790DEBB-7EED-4675-A745-6C5F8F260528}" destId="{4BC7519E-6C55-4A84-B84B-2CF3D0C0BE76}" srcOrd="0" destOrd="0" presId="urn:microsoft.com/office/officeart/2005/8/layout/process1"/>
    <dgm:cxn modelId="{F4936998-2CCC-4B1E-8D0E-8BDCDBC8D6EA}" srcId="{450861D7-A05C-463E-B47B-4EA200EBBA5F}" destId="{AF91EAF2-41DA-4D9E-8A66-B3CED69715A2}" srcOrd="4" destOrd="0" parTransId="{27A74216-CD1C-43E7-9AB5-8B0A402E5994}" sibTransId="{FE941DFF-E25E-4FD0-A148-FFE618A96C77}"/>
    <dgm:cxn modelId="{9713A0A1-DAEE-4ABE-9F44-2325B672A990}" type="presOf" srcId="{AF91EAF2-41DA-4D9E-8A66-B3CED69715A2}" destId="{DAFB81C6-B1A7-4D74-AEEF-6F4D708D73FE}" srcOrd="0" destOrd="0" presId="urn:microsoft.com/office/officeart/2005/8/layout/process1"/>
    <dgm:cxn modelId="{3E1D02A7-66B4-413A-9E48-15C79C68E00F}" type="presOf" srcId="{D9045EF3-1EC0-4584-A31B-8CF53D7D01F3}" destId="{DDD81CC7-6343-4B47-8228-5262C9C4901A}" srcOrd="0" destOrd="0" presId="urn:microsoft.com/office/officeart/2005/8/layout/process1"/>
    <dgm:cxn modelId="{CC764ABC-6B16-4A75-BD25-065AB86D6EE9}" type="presOf" srcId="{23052C9F-028A-4F67-9FA7-81ABEFC25642}" destId="{396E1F11-0DBA-4D84-B4CD-404F63EBA88B}" srcOrd="0" destOrd="0" presId="urn:microsoft.com/office/officeart/2005/8/layout/process1"/>
    <dgm:cxn modelId="{A20126D1-781A-4215-9620-BA46C35479B8}" type="presOf" srcId="{D9045EF3-1EC0-4584-A31B-8CF53D7D01F3}" destId="{DB14424D-C040-4C06-951E-957F5817E746}" srcOrd="1" destOrd="0" presId="urn:microsoft.com/office/officeart/2005/8/layout/process1"/>
    <dgm:cxn modelId="{09D656D4-BFB9-42D6-8FDF-7B183071AC1C}" srcId="{450861D7-A05C-463E-B47B-4EA200EBBA5F}" destId="{DFE3BF0F-D155-41C8-A09D-10947A557F07}" srcOrd="1" destOrd="0" parTransId="{F4513861-4590-46F4-AC3E-AACBD8042BF3}" sibTransId="{23052C9F-028A-4F67-9FA7-81ABEFC25642}"/>
    <dgm:cxn modelId="{ADA860E4-7BE1-408E-832B-7E34369CDFD7}" type="presOf" srcId="{7425A832-1F2C-42CD-9BA7-DBEF78AE5A60}" destId="{611F5C0C-7CE3-4C69-B1D3-3DDC799FA4F3}" srcOrd="0" destOrd="0" presId="urn:microsoft.com/office/officeart/2005/8/layout/process1"/>
    <dgm:cxn modelId="{A712ADEC-FB82-4078-83D3-A78E0B263480}" type="presOf" srcId="{C43F5E7F-F727-40BC-8EA7-53D5356716F8}" destId="{B35EDED0-E9DA-4A8D-8DBF-D9345834911A}" srcOrd="0" destOrd="0" presId="urn:microsoft.com/office/officeart/2005/8/layout/process1"/>
    <dgm:cxn modelId="{E2AF8BFB-E8A6-4DCB-8677-5750A5263F5E}" type="presOf" srcId="{2C38659D-287D-4EB9-B895-6AFF0C7A260E}" destId="{A573651B-C816-4DE7-9682-5279611F981E}" srcOrd="0" destOrd="0" presId="urn:microsoft.com/office/officeart/2005/8/layout/process1"/>
    <dgm:cxn modelId="{C8370FFC-B587-478B-AEB5-343FF087FA97}" type="presParOf" srcId="{149A3DFF-2378-4644-A786-6C4F74D42242}" destId="{3ADC8BC1-5368-4C3F-98CC-60799FC1CF8E}" srcOrd="0" destOrd="0" presId="urn:microsoft.com/office/officeart/2005/8/layout/process1"/>
    <dgm:cxn modelId="{4B083A47-BB33-4F48-B9D9-D1023680D799}" type="presParOf" srcId="{149A3DFF-2378-4644-A786-6C4F74D42242}" destId="{DDD81CC7-6343-4B47-8228-5262C9C4901A}" srcOrd="1" destOrd="0" presId="urn:microsoft.com/office/officeart/2005/8/layout/process1"/>
    <dgm:cxn modelId="{40F94F1C-6A23-483D-840F-E8B3083FBAD9}" type="presParOf" srcId="{DDD81CC7-6343-4B47-8228-5262C9C4901A}" destId="{DB14424D-C040-4C06-951E-957F5817E746}" srcOrd="0" destOrd="0" presId="urn:microsoft.com/office/officeart/2005/8/layout/process1"/>
    <dgm:cxn modelId="{9C69CAF9-3873-48FB-AAB8-E53001F54C4A}" type="presParOf" srcId="{149A3DFF-2378-4644-A786-6C4F74D42242}" destId="{470526DD-1DC2-4275-A496-074250C1E9DF}" srcOrd="2" destOrd="0" presId="urn:microsoft.com/office/officeart/2005/8/layout/process1"/>
    <dgm:cxn modelId="{7202091A-7250-48ED-ADD2-A66B13A33C73}" type="presParOf" srcId="{149A3DFF-2378-4644-A786-6C4F74D42242}" destId="{396E1F11-0DBA-4D84-B4CD-404F63EBA88B}" srcOrd="3" destOrd="0" presId="urn:microsoft.com/office/officeart/2005/8/layout/process1"/>
    <dgm:cxn modelId="{0F7BB89C-8A30-4B21-9BAD-E86448EE0AE1}" type="presParOf" srcId="{396E1F11-0DBA-4D84-B4CD-404F63EBA88B}" destId="{6C101E73-659C-4126-8EEF-1E13AA8817FE}" srcOrd="0" destOrd="0" presId="urn:microsoft.com/office/officeart/2005/8/layout/process1"/>
    <dgm:cxn modelId="{D7B55634-DCE3-48A1-A965-31722A442EF3}" type="presParOf" srcId="{149A3DFF-2378-4644-A786-6C4F74D42242}" destId="{A573651B-C816-4DE7-9682-5279611F981E}" srcOrd="4" destOrd="0" presId="urn:microsoft.com/office/officeart/2005/8/layout/process1"/>
    <dgm:cxn modelId="{5FDE0541-D079-48F3-8549-F23409F91428}" type="presParOf" srcId="{149A3DFF-2378-4644-A786-6C4F74D42242}" destId="{4BC7519E-6C55-4A84-B84B-2CF3D0C0BE76}" srcOrd="5" destOrd="0" presId="urn:microsoft.com/office/officeart/2005/8/layout/process1"/>
    <dgm:cxn modelId="{F6C0F0AA-1570-4CA5-909F-24056003B8DA}" type="presParOf" srcId="{4BC7519E-6C55-4A84-B84B-2CF3D0C0BE76}" destId="{770F60C8-DC4D-42B3-A2CA-4995AE0C00CB}" srcOrd="0" destOrd="0" presId="urn:microsoft.com/office/officeart/2005/8/layout/process1"/>
    <dgm:cxn modelId="{ECD88545-A8C3-4E96-917A-2939C5181327}" type="presParOf" srcId="{149A3DFF-2378-4644-A786-6C4F74D42242}" destId="{B35EDED0-E9DA-4A8D-8DBF-D9345834911A}" srcOrd="6" destOrd="0" presId="urn:microsoft.com/office/officeart/2005/8/layout/process1"/>
    <dgm:cxn modelId="{1CB6D85F-81F4-4CB8-A47E-FA6A01058071}" type="presParOf" srcId="{149A3DFF-2378-4644-A786-6C4F74D42242}" destId="{611F5C0C-7CE3-4C69-B1D3-3DDC799FA4F3}" srcOrd="7" destOrd="0" presId="urn:microsoft.com/office/officeart/2005/8/layout/process1"/>
    <dgm:cxn modelId="{33FEDCCF-4195-49C9-8C67-8A3C7040D205}" type="presParOf" srcId="{611F5C0C-7CE3-4C69-B1D3-3DDC799FA4F3}" destId="{6E06507C-DBDF-4365-B516-3ECAF55F63BC}" srcOrd="0" destOrd="0" presId="urn:microsoft.com/office/officeart/2005/8/layout/process1"/>
    <dgm:cxn modelId="{A52C1CC4-4D53-4583-B4F7-66AE0D589CEE}" type="presParOf" srcId="{149A3DFF-2378-4644-A786-6C4F74D42242}" destId="{DAFB81C6-B1A7-4D74-AEEF-6F4D708D73FE}" srcOrd="8" destOrd="0" presId="urn:microsoft.com/office/officeart/2005/8/layout/process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06242-59DC-419A-903C-DBECAA031B35}">
      <dsp:nvSpPr>
        <dsp:cNvPr id="0" name=""/>
        <dsp:cNvSpPr/>
      </dsp:nvSpPr>
      <dsp:spPr>
        <a:xfrm>
          <a:off x="887577" y="238532"/>
          <a:ext cx="3173623" cy="3173623"/>
        </a:xfrm>
        <a:prstGeom prst="pie">
          <a:avLst>
            <a:gd name="adj1" fmla="val 16200000"/>
            <a:gd name="adj2" fmla="val 1800000"/>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Industrial Data</a:t>
          </a:r>
          <a:endParaRPr lang="de-DE" sz="1400" b="1" kern="1200" dirty="0">
            <a:latin typeface="Times New Roman" panose="02020603050405020304" pitchFamily="18" charset="0"/>
            <a:cs typeface="Times New Roman" panose="02020603050405020304" pitchFamily="18" charset="0"/>
          </a:endParaRPr>
        </a:p>
      </dsp:txBody>
      <dsp:txXfrm>
        <a:off x="2560152" y="911038"/>
        <a:ext cx="1133436" cy="944530"/>
      </dsp:txXfrm>
    </dsp:sp>
    <dsp:sp modelId="{A4744F64-E89D-4DF1-96A1-B9C52FE8F6B8}">
      <dsp:nvSpPr>
        <dsp:cNvPr id="0" name=""/>
        <dsp:cNvSpPr/>
      </dsp:nvSpPr>
      <dsp:spPr>
        <a:xfrm>
          <a:off x="831165" y="359588"/>
          <a:ext cx="3173623" cy="3173623"/>
        </a:xfrm>
        <a:prstGeom prst="pie">
          <a:avLst>
            <a:gd name="adj1" fmla="val 1800000"/>
            <a:gd name="adj2" fmla="val 9000000"/>
          </a:avLst>
        </a:prstGeom>
        <a:solidFill>
          <a:schemeClr val="accent4">
            <a:hueOff val="-2232385"/>
            <a:satOff val="13449"/>
            <a:lumOff val="1078"/>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de-DE" sz="2000" b="1" kern="1200" dirty="0">
              <a:latin typeface="Times New Roman" panose="02020603050405020304" pitchFamily="18" charset="0"/>
              <a:cs typeface="Times New Roman" panose="02020603050405020304" pitchFamily="18" charset="0"/>
            </a:rPr>
            <a:t>Edge Gateway</a:t>
          </a:r>
        </a:p>
      </dsp:txBody>
      <dsp:txXfrm>
        <a:off x="1586790" y="2418665"/>
        <a:ext cx="1700155" cy="831187"/>
      </dsp:txXfrm>
    </dsp:sp>
    <dsp:sp modelId="{9E8C1EBA-2673-4E4B-8953-9E3DFD3E2C3B}">
      <dsp:nvSpPr>
        <dsp:cNvPr id="0" name=""/>
        <dsp:cNvSpPr/>
      </dsp:nvSpPr>
      <dsp:spPr>
        <a:xfrm>
          <a:off x="743684" y="300767"/>
          <a:ext cx="3173623" cy="3173623"/>
        </a:xfrm>
        <a:prstGeom prst="pie">
          <a:avLst>
            <a:gd name="adj1" fmla="val 9000000"/>
            <a:gd name="adj2" fmla="val 16200000"/>
          </a:avLst>
        </a:prstGeom>
        <a:solidFill>
          <a:schemeClr val="accent4">
            <a:hueOff val="-4464770"/>
            <a:satOff val="26899"/>
            <a:lumOff val="2156"/>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de-DE" sz="1800" b="1" kern="1200" dirty="0">
              <a:latin typeface="Times New Roman" panose="02020603050405020304" pitchFamily="18" charset="0"/>
              <a:cs typeface="Times New Roman" panose="02020603050405020304" pitchFamily="18" charset="0"/>
            </a:rPr>
            <a:t>Dashboard</a:t>
          </a:r>
          <a:endParaRPr lang="de-DE" sz="2000" b="1" kern="1200" dirty="0">
            <a:latin typeface="Times New Roman" panose="02020603050405020304" pitchFamily="18" charset="0"/>
            <a:cs typeface="Times New Roman" panose="02020603050405020304" pitchFamily="18" charset="0"/>
          </a:endParaRPr>
        </a:p>
      </dsp:txBody>
      <dsp:txXfrm>
        <a:off x="1111295" y="973273"/>
        <a:ext cx="1133436" cy="944530"/>
      </dsp:txXfrm>
    </dsp:sp>
    <dsp:sp modelId="{8C8166B1-A4ED-44B8-8EBD-358A705DA0E7}">
      <dsp:nvSpPr>
        <dsp:cNvPr id="0" name=""/>
        <dsp:cNvSpPr/>
      </dsp:nvSpPr>
      <dsp:spPr>
        <a:xfrm>
          <a:off x="691377" y="42070"/>
          <a:ext cx="3566548" cy="3566548"/>
        </a:xfrm>
        <a:prstGeom prst="circularArrow">
          <a:avLst>
            <a:gd name="adj1" fmla="val 5085"/>
            <a:gd name="adj2" fmla="val 327528"/>
            <a:gd name="adj3" fmla="val 1472472"/>
            <a:gd name="adj4" fmla="val 16199432"/>
            <a:gd name="adj5" fmla="val 5932"/>
          </a:avLst>
        </a:prstGeom>
        <a:solidFill>
          <a:schemeClr val="accent4">
            <a:hueOff val="0"/>
            <a:satOff val="0"/>
            <a:lumOff val="0"/>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50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984C5985-E047-4AB5-8D26-B891FFFC0EE1}">
      <dsp:nvSpPr>
        <dsp:cNvPr id="0" name=""/>
        <dsp:cNvSpPr/>
      </dsp:nvSpPr>
      <dsp:spPr>
        <a:xfrm>
          <a:off x="634703" y="162925"/>
          <a:ext cx="3566548" cy="3566548"/>
        </a:xfrm>
        <a:prstGeom prst="circularArrow">
          <a:avLst>
            <a:gd name="adj1" fmla="val 5085"/>
            <a:gd name="adj2" fmla="val 327528"/>
            <a:gd name="adj3" fmla="val 8671970"/>
            <a:gd name="adj4" fmla="val 1800502"/>
            <a:gd name="adj5" fmla="val 5932"/>
          </a:avLst>
        </a:prstGeom>
        <a:solidFill>
          <a:schemeClr val="accent4">
            <a:hueOff val="-2232385"/>
            <a:satOff val="13449"/>
            <a:lumOff val="1078"/>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50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36046041-8D9C-4994-924A-510B701F1CC7}">
      <dsp:nvSpPr>
        <dsp:cNvPr id="0" name=""/>
        <dsp:cNvSpPr/>
      </dsp:nvSpPr>
      <dsp:spPr>
        <a:xfrm>
          <a:off x="598674" y="29692"/>
          <a:ext cx="3566548" cy="3566548"/>
        </a:xfrm>
        <a:prstGeom prst="circularArrow">
          <a:avLst>
            <a:gd name="adj1" fmla="val 5085"/>
            <a:gd name="adj2" fmla="val 327528"/>
            <a:gd name="adj3" fmla="val 15873039"/>
            <a:gd name="adj4" fmla="val 9000000"/>
            <a:gd name="adj5" fmla="val 5932"/>
          </a:avLst>
        </a:prstGeom>
        <a:solidFill>
          <a:schemeClr val="accent4">
            <a:hueOff val="-4464770"/>
            <a:satOff val="26899"/>
            <a:lumOff val="2156"/>
            <a:alphaOff val="0"/>
          </a:schemeClr>
        </a:soli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a:sp3d z="50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C8BC1-5368-4C3F-98CC-60799FC1CF8E}">
      <dsp:nvSpPr>
        <dsp:cNvPr id="0" name=""/>
        <dsp:cNvSpPr/>
      </dsp:nvSpPr>
      <dsp:spPr>
        <a:xfrm>
          <a:off x="3833" y="284546"/>
          <a:ext cx="1188238" cy="908236"/>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DE" sz="2400" kern="1200" dirty="0">
              <a:latin typeface="Times New Roman" panose="02020603050405020304" pitchFamily="18" charset="0"/>
              <a:cs typeface="Times New Roman" panose="02020603050405020304" pitchFamily="18" charset="0"/>
            </a:rPr>
            <a:t>Sensor Nodes</a:t>
          </a:r>
        </a:p>
      </dsp:txBody>
      <dsp:txXfrm>
        <a:off x="30434" y="311147"/>
        <a:ext cx="1135036" cy="855034"/>
      </dsp:txXfrm>
    </dsp:sp>
    <dsp:sp modelId="{DDD81CC7-6343-4B47-8228-5262C9C4901A}">
      <dsp:nvSpPr>
        <dsp:cNvPr id="0" name=""/>
        <dsp:cNvSpPr/>
      </dsp:nvSpPr>
      <dsp:spPr>
        <a:xfrm>
          <a:off x="1310895" y="591322"/>
          <a:ext cx="251906" cy="294683"/>
        </a:xfrm>
        <a:prstGeom prst="rightArrow">
          <a:avLst>
            <a:gd name="adj1" fmla="val 60000"/>
            <a:gd name="adj2" fmla="val 50000"/>
          </a:avLst>
        </a:prstGeom>
        <a:solidFill>
          <a:schemeClr val="accent4">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1310895" y="650259"/>
        <a:ext cx="176334" cy="176809"/>
      </dsp:txXfrm>
    </dsp:sp>
    <dsp:sp modelId="{470526DD-1DC2-4275-A496-074250C1E9DF}">
      <dsp:nvSpPr>
        <dsp:cNvPr id="0" name=""/>
        <dsp:cNvSpPr/>
      </dsp:nvSpPr>
      <dsp:spPr>
        <a:xfrm>
          <a:off x="1667366" y="284546"/>
          <a:ext cx="1188238" cy="908236"/>
        </a:xfrm>
        <a:prstGeom prst="roundRect">
          <a:avLst>
            <a:gd name="adj" fmla="val 10000"/>
          </a:avLst>
        </a:prstGeom>
        <a:solidFill>
          <a:schemeClr val="accent4">
            <a:hueOff val="-1116192"/>
            <a:satOff val="6725"/>
            <a:lumOff val="53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latin typeface="Times New Roman" panose="02020603050405020304" pitchFamily="18" charset="0"/>
              <a:cs typeface="Times New Roman" panose="02020603050405020304" pitchFamily="18" charset="0"/>
            </a:rPr>
            <a:t>HTTP / MQTT / UDP</a:t>
          </a:r>
        </a:p>
      </dsp:txBody>
      <dsp:txXfrm>
        <a:off x="1693967" y="311147"/>
        <a:ext cx="1135036" cy="855034"/>
      </dsp:txXfrm>
    </dsp:sp>
    <dsp:sp modelId="{396E1F11-0DBA-4D84-B4CD-404F63EBA88B}">
      <dsp:nvSpPr>
        <dsp:cNvPr id="0" name=""/>
        <dsp:cNvSpPr/>
      </dsp:nvSpPr>
      <dsp:spPr>
        <a:xfrm>
          <a:off x="2974428" y="591322"/>
          <a:ext cx="251906" cy="294683"/>
        </a:xfrm>
        <a:prstGeom prst="rightArrow">
          <a:avLst>
            <a:gd name="adj1" fmla="val 60000"/>
            <a:gd name="adj2" fmla="val 50000"/>
          </a:avLst>
        </a:prstGeom>
        <a:solidFill>
          <a:schemeClr val="accent4">
            <a:hueOff val="-1488257"/>
            <a:satOff val="8966"/>
            <a:lumOff val="719"/>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2974428" y="650259"/>
        <a:ext cx="176334" cy="176809"/>
      </dsp:txXfrm>
    </dsp:sp>
    <dsp:sp modelId="{A573651B-C816-4DE7-9682-5279611F981E}">
      <dsp:nvSpPr>
        <dsp:cNvPr id="0" name=""/>
        <dsp:cNvSpPr/>
      </dsp:nvSpPr>
      <dsp:spPr>
        <a:xfrm>
          <a:off x="3330899" y="284546"/>
          <a:ext cx="1188238" cy="908236"/>
        </a:xfrm>
        <a:prstGeom prst="roundRect">
          <a:avLst>
            <a:gd name="adj" fmla="val 10000"/>
          </a:avLst>
        </a:prstGeom>
        <a:solidFill>
          <a:schemeClr val="accent4">
            <a:hueOff val="-2232385"/>
            <a:satOff val="13449"/>
            <a:lumOff val="107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latin typeface="Times New Roman" panose="02020603050405020304" pitchFamily="18" charset="0"/>
              <a:cs typeface="Times New Roman" panose="02020603050405020304" pitchFamily="18" charset="0"/>
            </a:rPr>
            <a:t>Raspberry Pi Gateway</a:t>
          </a:r>
        </a:p>
      </dsp:txBody>
      <dsp:txXfrm>
        <a:off x="3357500" y="311147"/>
        <a:ext cx="1135036" cy="855034"/>
      </dsp:txXfrm>
    </dsp:sp>
    <dsp:sp modelId="{4BC7519E-6C55-4A84-B84B-2CF3D0C0BE76}">
      <dsp:nvSpPr>
        <dsp:cNvPr id="0" name=""/>
        <dsp:cNvSpPr/>
      </dsp:nvSpPr>
      <dsp:spPr>
        <a:xfrm>
          <a:off x="4637961" y="591322"/>
          <a:ext cx="251906" cy="294683"/>
        </a:xfrm>
        <a:prstGeom prst="rightArrow">
          <a:avLst>
            <a:gd name="adj1" fmla="val 60000"/>
            <a:gd name="adj2" fmla="val 50000"/>
          </a:avLst>
        </a:prstGeom>
        <a:solidFill>
          <a:schemeClr val="accent4">
            <a:hueOff val="-2976513"/>
            <a:satOff val="17933"/>
            <a:lumOff val="1437"/>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4637961" y="650259"/>
        <a:ext cx="176334" cy="176809"/>
      </dsp:txXfrm>
    </dsp:sp>
    <dsp:sp modelId="{B35EDED0-E9DA-4A8D-8DBF-D9345834911A}">
      <dsp:nvSpPr>
        <dsp:cNvPr id="0" name=""/>
        <dsp:cNvSpPr/>
      </dsp:nvSpPr>
      <dsp:spPr>
        <a:xfrm>
          <a:off x="4994433" y="284546"/>
          <a:ext cx="1188238" cy="908236"/>
        </a:xfrm>
        <a:prstGeom prst="roundRect">
          <a:avLst>
            <a:gd name="adj" fmla="val 10000"/>
          </a:avLst>
        </a:prstGeom>
        <a:solidFill>
          <a:schemeClr val="accent4">
            <a:hueOff val="-3348577"/>
            <a:satOff val="20174"/>
            <a:lumOff val="161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latin typeface="Times New Roman" panose="02020603050405020304" pitchFamily="18" charset="0"/>
              <a:cs typeface="Times New Roman" panose="02020603050405020304" pitchFamily="18" charset="0"/>
            </a:rPr>
            <a:t>OPC UA Server</a:t>
          </a:r>
        </a:p>
      </dsp:txBody>
      <dsp:txXfrm>
        <a:off x="5021034" y="311147"/>
        <a:ext cx="1135036" cy="855034"/>
      </dsp:txXfrm>
    </dsp:sp>
    <dsp:sp modelId="{611F5C0C-7CE3-4C69-B1D3-3DDC799FA4F3}">
      <dsp:nvSpPr>
        <dsp:cNvPr id="0" name=""/>
        <dsp:cNvSpPr/>
      </dsp:nvSpPr>
      <dsp:spPr>
        <a:xfrm>
          <a:off x="6301495" y="591322"/>
          <a:ext cx="251906" cy="294683"/>
        </a:xfrm>
        <a:prstGeom prst="rightArrow">
          <a:avLst>
            <a:gd name="adj1" fmla="val 60000"/>
            <a:gd name="adj2" fmla="val 50000"/>
          </a:avLst>
        </a:prstGeom>
        <a:solidFill>
          <a:schemeClr val="accent4">
            <a:hueOff val="-4464770"/>
            <a:satOff val="26899"/>
            <a:lumOff val="2156"/>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de-DE" sz="1200" kern="1200"/>
        </a:p>
      </dsp:txBody>
      <dsp:txXfrm>
        <a:off x="6301495" y="650259"/>
        <a:ext cx="176334" cy="176809"/>
      </dsp:txXfrm>
    </dsp:sp>
    <dsp:sp modelId="{DAFB81C6-B1A7-4D74-AEEF-6F4D708D73FE}">
      <dsp:nvSpPr>
        <dsp:cNvPr id="0" name=""/>
        <dsp:cNvSpPr/>
      </dsp:nvSpPr>
      <dsp:spPr>
        <a:xfrm>
          <a:off x="6657966" y="284546"/>
          <a:ext cx="1188238" cy="908236"/>
        </a:xfrm>
        <a:prstGeom prst="roundRect">
          <a:avLst>
            <a:gd name="adj" fmla="val 10000"/>
          </a:avLst>
        </a:prstGeom>
        <a:solidFill>
          <a:schemeClr val="accent4">
            <a:hueOff val="-4464770"/>
            <a:satOff val="26899"/>
            <a:lumOff val="215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e-DE" sz="1800" kern="1200" dirty="0">
              <a:latin typeface="Times New Roman" panose="02020603050405020304" pitchFamily="18" charset="0"/>
              <a:cs typeface="Times New Roman" panose="02020603050405020304" pitchFamily="18" charset="0"/>
            </a:rPr>
            <a:t>Dashboard</a:t>
          </a:r>
        </a:p>
      </dsp:txBody>
      <dsp:txXfrm>
        <a:off x="6684567" y="311147"/>
        <a:ext cx="1135036" cy="855034"/>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91437-38C9-49D7-BF1F-52D025A8A107}" type="datetimeFigureOut">
              <a:rPr lang="de-DE" smtClean="0"/>
              <a:t>08.06.2026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2ED7CA-C018-4451-99B4-CCA7BAE9E596}" type="slidenum">
              <a:rPr lang="de-DE" smtClean="0"/>
              <a:t>‹#›</a:t>
            </a:fld>
            <a:endParaRPr lang="de-DE"/>
          </a:p>
        </p:txBody>
      </p:sp>
    </p:spTree>
    <p:extLst>
      <p:ext uri="{BB962C8B-B14F-4D97-AF65-F5344CB8AC3E}">
        <p14:creationId xmlns:p14="http://schemas.microsoft.com/office/powerpoint/2010/main" val="4075654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64002" y="1438813"/>
            <a:ext cx="10027213" cy="1470025"/>
          </a:xfrm>
        </p:spPr>
        <p:txBody>
          <a:bodyPr>
            <a:normAutofit/>
          </a:bodyPr>
          <a:lstStyle>
            <a:lvl1pPr algn="l">
              <a:defRPr sz="4000" b="1" i="0">
                <a:latin typeface="Source Sans Pro"/>
                <a:cs typeface="Source Sans Pro"/>
              </a:defRPr>
            </a:lvl1pPr>
          </a:lstStyle>
          <a:p>
            <a:r>
              <a:rPr lang="en-US"/>
              <a:t>Click to edit Master title style</a:t>
            </a:r>
            <a:endParaRPr lang="de-DE" dirty="0"/>
          </a:p>
        </p:txBody>
      </p:sp>
      <p:sp>
        <p:nvSpPr>
          <p:cNvPr id="3" name="Untertitel 2"/>
          <p:cNvSpPr>
            <a:spLocks noGrp="1"/>
          </p:cNvSpPr>
          <p:nvPr>
            <p:ph type="subTitle" idx="1"/>
          </p:nvPr>
        </p:nvSpPr>
        <p:spPr>
          <a:xfrm>
            <a:off x="864002" y="3176700"/>
            <a:ext cx="10027213" cy="2254848"/>
          </a:xfrm>
        </p:spPr>
        <p:txBody>
          <a:bodyPr/>
          <a:lstStyle>
            <a:lvl1pPr marL="0" indent="0" algn="l">
              <a:buNone/>
              <a:defRPr b="0" i="0">
                <a:solidFill>
                  <a:schemeClr val="tx1"/>
                </a:solidFill>
                <a:latin typeface="Source Sans Pro"/>
                <a:cs typeface="Source Sans Pro"/>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7" name="Datumsplatzhalter 3"/>
          <p:cNvSpPr>
            <a:spLocks noGrp="1"/>
          </p:cNvSpPr>
          <p:nvPr>
            <p:ph type="dt" sz="half" idx="2"/>
          </p:nvPr>
        </p:nvSpPr>
        <p:spPr>
          <a:xfrm>
            <a:off x="864000" y="6492816"/>
            <a:ext cx="2844800" cy="111954"/>
          </a:xfrm>
          <a:prstGeom prst="rect">
            <a:avLst/>
          </a:prstGeom>
        </p:spPr>
        <p:txBody>
          <a:bodyPr vert="horz" lIns="0" tIns="0" rIns="0" bIns="0" rtlCol="0" anchor="ctr"/>
          <a:lstStyle>
            <a:lvl1pPr algn="l">
              <a:defRPr sz="700" b="0" i="0">
                <a:solidFill>
                  <a:schemeClr val="tx1"/>
                </a:solidFill>
                <a:latin typeface="Source Sans Pro"/>
                <a:cs typeface="Source Sans Pro"/>
              </a:defRPr>
            </a:lvl1pPr>
          </a:lstStyle>
          <a:p>
            <a:fld id="{7C4BCCF6-2F0A-41D0-A5E2-F7C97C680B9F}" type="datetime1">
              <a:rPr lang="de-DE" smtClean="0"/>
              <a:t>09.06.2026</a:t>
            </a:fld>
            <a:endParaRPr lang="de-DE"/>
          </a:p>
        </p:txBody>
      </p:sp>
      <p:sp>
        <p:nvSpPr>
          <p:cNvPr id="8" name="Foliennummernplatzhalter 5"/>
          <p:cNvSpPr>
            <a:spLocks noGrp="1"/>
          </p:cNvSpPr>
          <p:nvPr>
            <p:ph type="sldNum" sz="quarter" idx="4"/>
          </p:nvPr>
        </p:nvSpPr>
        <p:spPr>
          <a:xfrm>
            <a:off x="8531200" y="6493481"/>
            <a:ext cx="2844800" cy="111290"/>
          </a:xfrm>
          <a:prstGeom prst="rect">
            <a:avLst/>
          </a:prstGeom>
        </p:spPr>
        <p:txBody>
          <a:bodyPr vert="horz" lIns="0" tIns="0" rIns="0" bIns="0" rtlCol="0" anchor="ctr"/>
          <a:lstStyle>
            <a:lvl1pPr algn="r">
              <a:defRPr sz="700" b="1" i="0">
                <a:solidFill>
                  <a:schemeClr val="tx1"/>
                </a:solidFill>
                <a:latin typeface="Source Sans Pro"/>
                <a:cs typeface="Source Sans Pro"/>
              </a:defRPr>
            </a:lvl1pPr>
          </a:lstStyle>
          <a:p>
            <a:fld id="{427882D2-76ED-40F5-9AA8-D6B4E564DC54}" type="slidenum">
              <a:rPr lang="de-DE" smtClean="0"/>
              <a:t>‹#›</a:t>
            </a:fld>
            <a:endParaRPr lang="de-DE"/>
          </a:p>
        </p:txBody>
      </p:sp>
      <p:sp>
        <p:nvSpPr>
          <p:cNvPr id="6"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400331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umsplatzhalter 3"/>
          <p:cNvSpPr>
            <a:spLocks noGrp="1"/>
          </p:cNvSpPr>
          <p:nvPr>
            <p:ph type="dt" sz="half" idx="2"/>
          </p:nvPr>
        </p:nvSpPr>
        <p:spPr>
          <a:xfrm>
            <a:off x="864000" y="6492816"/>
            <a:ext cx="2844800" cy="111954"/>
          </a:xfrm>
          <a:prstGeom prst="rect">
            <a:avLst/>
          </a:prstGeom>
        </p:spPr>
        <p:txBody>
          <a:bodyPr vert="horz" lIns="0" tIns="0" rIns="0" bIns="0" rtlCol="0" anchor="ctr"/>
          <a:lstStyle>
            <a:lvl1pPr algn="l">
              <a:defRPr sz="700" b="0" i="0">
                <a:solidFill>
                  <a:schemeClr val="tx1"/>
                </a:solidFill>
                <a:latin typeface="Source Sans Pro"/>
                <a:cs typeface="Source Sans Pro"/>
              </a:defRPr>
            </a:lvl1pPr>
          </a:lstStyle>
          <a:p>
            <a:fld id="{11620330-3E09-4DEF-A509-7956176D4B4D}" type="datetime1">
              <a:rPr lang="de-DE" smtClean="0"/>
              <a:t>09.06.2026</a:t>
            </a:fld>
            <a:endParaRPr lang="de-DE"/>
          </a:p>
        </p:txBody>
      </p:sp>
      <p:sp>
        <p:nvSpPr>
          <p:cNvPr id="8" name="Foliennummernplatzhalter 5"/>
          <p:cNvSpPr>
            <a:spLocks noGrp="1"/>
          </p:cNvSpPr>
          <p:nvPr>
            <p:ph type="sldNum" sz="quarter" idx="4"/>
          </p:nvPr>
        </p:nvSpPr>
        <p:spPr>
          <a:xfrm>
            <a:off x="8531200" y="6493481"/>
            <a:ext cx="2844800" cy="111290"/>
          </a:xfrm>
          <a:prstGeom prst="rect">
            <a:avLst/>
          </a:prstGeom>
        </p:spPr>
        <p:txBody>
          <a:bodyPr vert="horz" lIns="0" tIns="0" rIns="0" bIns="0" rtlCol="0" anchor="ctr"/>
          <a:lstStyle>
            <a:lvl1pPr algn="r">
              <a:defRPr sz="700" b="1" i="0">
                <a:solidFill>
                  <a:schemeClr val="tx1"/>
                </a:solidFill>
                <a:latin typeface="Source Sans Pro"/>
                <a:cs typeface="Source Sans Pro"/>
              </a:defRPr>
            </a:lvl1pPr>
          </a:lstStyle>
          <a:p>
            <a:fld id="{427882D2-76ED-40F5-9AA8-D6B4E564DC54}" type="slidenum">
              <a:rPr lang="de-DE" smtClean="0"/>
              <a:t>‹#›</a:t>
            </a:fld>
            <a:endParaRPr lang="de-DE"/>
          </a:p>
        </p:txBody>
      </p:sp>
      <p:sp>
        <p:nvSpPr>
          <p:cNvPr id="6"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1883199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de-DE"/>
          </a:p>
        </p:txBody>
      </p:sp>
      <p:sp>
        <p:nvSpPr>
          <p:cNvPr id="3" name="Textplatzhalt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umsplatzhalter 3"/>
          <p:cNvSpPr>
            <a:spLocks noGrp="1"/>
          </p:cNvSpPr>
          <p:nvPr>
            <p:ph type="dt" sz="half" idx="10"/>
          </p:nvPr>
        </p:nvSpPr>
        <p:spPr/>
        <p:txBody>
          <a:bodyPr/>
          <a:lstStyle/>
          <a:p>
            <a:fld id="{6842055E-89AF-4C91-9FD0-0D34E4CF9AAE}" type="datetime1">
              <a:rPr lang="de-DE" smtClean="0"/>
              <a:t>09.06.2026</a:t>
            </a:fld>
            <a:endParaRPr lang="de-DE"/>
          </a:p>
        </p:txBody>
      </p:sp>
      <p:sp>
        <p:nvSpPr>
          <p:cNvPr id="6" name="Foliennummernplatzhalter 5"/>
          <p:cNvSpPr>
            <a:spLocks noGrp="1"/>
          </p:cNvSpPr>
          <p:nvPr>
            <p:ph type="sldNum" sz="quarter" idx="12"/>
          </p:nvPr>
        </p:nvSpPr>
        <p:spPr/>
        <p:txBody>
          <a:bodyPr/>
          <a:lstStyle/>
          <a:p>
            <a:fld id="{427882D2-76ED-40F5-9AA8-D6B4E564DC54}" type="slidenum">
              <a:rPr lang="de-DE" smtClean="0"/>
              <a:t>‹#›</a:t>
            </a:fld>
            <a:endParaRPr lang="de-DE"/>
          </a:p>
        </p:txBody>
      </p:sp>
      <p:sp>
        <p:nvSpPr>
          <p:cNvPr id="7"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287607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Inhaltsplatzhalter 2"/>
          <p:cNvSpPr>
            <a:spLocks noGrp="1"/>
          </p:cNvSpPr>
          <p:nvPr>
            <p:ph sz="half" idx="1"/>
          </p:nvPr>
        </p:nvSpPr>
        <p:spPr>
          <a:xfrm>
            <a:off x="864000" y="2020711"/>
            <a:ext cx="5130400" cy="41054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Inhaltsplatzhalter 3"/>
          <p:cNvSpPr>
            <a:spLocks noGrp="1"/>
          </p:cNvSpPr>
          <p:nvPr>
            <p:ph sz="half" idx="2"/>
          </p:nvPr>
        </p:nvSpPr>
        <p:spPr>
          <a:xfrm>
            <a:off x="6197600" y="2020711"/>
            <a:ext cx="4900309" cy="41054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umsplatzhalter 4"/>
          <p:cNvSpPr>
            <a:spLocks noGrp="1"/>
          </p:cNvSpPr>
          <p:nvPr>
            <p:ph type="dt" sz="half" idx="10"/>
          </p:nvPr>
        </p:nvSpPr>
        <p:spPr/>
        <p:txBody>
          <a:bodyPr/>
          <a:lstStyle/>
          <a:p>
            <a:fld id="{530E8B51-4C39-4FDA-BAB2-161628391ECE}" type="datetime1">
              <a:rPr lang="de-DE" smtClean="0"/>
              <a:t>09.06.2026</a:t>
            </a:fld>
            <a:endParaRPr lang="de-DE"/>
          </a:p>
        </p:txBody>
      </p:sp>
      <p:sp>
        <p:nvSpPr>
          <p:cNvPr id="7" name="Foliennummernplatzhalter 6"/>
          <p:cNvSpPr>
            <a:spLocks noGrp="1"/>
          </p:cNvSpPr>
          <p:nvPr>
            <p:ph type="sldNum" sz="quarter" idx="12"/>
          </p:nvPr>
        </p:nvSpPr>
        <p:spPr/>
        <p:txBody>
          <a:bodyPr/>
          <a:lstStyle/>
          <a:p>
            <a:fld id="{427882D2-76ED-40F5-9AA8-D6B4E564DC54}" type="slidenum">
              <a:rPr lang="de-DE" smtClean="0"/>
              <a:t>‹#›</a:t>
            </a:fld>
            <a:endParaRPr lang="de-DE"/>
          </a:p>
        </p:txBody>
      </p:sp>
      <p:sp>
        <p:nvSpPr>
          <p:cNvPr id="8"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3862517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endParaRPr lang="de-DE"/>
          </a:p>
        </p:txBody>
      </p:sp>
      <p:sp>
        <p:nvSpPr>
          <p:cNvPr id="3" name="Datumsplatzhalter 2"/>
          <p:cNvSpPr>
            <a:spLocks noGrp="1"/>
          </p:cNvSpPr>
          <p:nvPr>
            <p:ph type="dt" sz="half" idx="10"/>
          </p:nvPr>
        </p:nvSpPr>
        <p:spPr/>
        <p:txBody>
          <a:bodyPr/>
          <a:lstStyle/>
          <a:p>
            <a:fld id="{31634B43-8EF6-494B-85D8-20ECA861575E}" type="datetime1">
              <a:rPr lang="de-DE" smtClean="0"/>
              <a:t>09.06.2026</a:t>
            </a:fld>
            <a:endParaRPr lang="de-DE"/>
          </a:p>
        </p:txBody>
      </p:sp>
      <p:sp>
        <p:nvSpPr>
          <p:cNvPr id="5" name="Foliennummernplatzhalter 4"/>
          <p:cNvSpPr>
            <a:spLocks noGrp="1"/>
          </p:cNvSpPr>
          <p:nvPr>
            <p:ph type="sldNum" sz="quarter" idx="12"/>
          </p:nvPr>
        </p:nvSpPr>
        <p:spPr/>
        <p:txBody>
          <a:bodyPr/>
          <a:lstStyle/>
          <a:p>
            <a:fld id="{427882D2-76ED-40F5-9AA8-D6B4E564DC54}" type="slidenum">
              <a:rPr lang="de-DE" smtClean="0"/>
              <a:t>‹#›</a:t>
            </a:fld>
            <a:endParaRPr lang="de-DE"/>
          </a:p>
        </p:txBody>
      </p:sp>
      <p:sp>
        <p:nvSpPr>
          <p:cNvPr id="6"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13999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25B20E04-45A4-4DC0-A54A-C3A9B1FAD629}" type="datetime1">
              <a:rPr lang="de-DE" smtClean="0"/>
              <a:t>09.06.2026</a:t>
            </a:fld>
            <a:endParaRPr lang="de-DE"/>
          </a:p>
        </p:txBody>
      </p:sp>
      <p:sp>
        <p:nvSpPr>
          <p:cNvPr id="4" name="Foliennummernplatzhalter 3"/>
          <p:cNvSpPr>
            <a:spLocks noGrp="1"/>
          </p:cNvSpPr>
          <p:nvPr>
            <p:ph type="sldNum" sz="quarter" idx="12"/>
          </p:nvPr>
        </p:nvSpPr>
        <p:spPr/>
        <p:txBody>
          <a:bodyPr/>
          <a:lstStyle/>
          <a:p>
            <a:fld id="{427882D2-76ED-40F5-9AA8-D6B4E564DC54}" type="slidenum">
              <a:rPr lang="de-DE" smtClean="0"/>
              <a:t>‹#›</a:t>
            </a:fld>
            <a:endParaRPr lang="de-DE"/>
          </a:p>
        </p:txBody>
      </p:sp>
      <p:sp>
        <p:nvSpPr>
          <p:cNvPr id="5"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407626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609601" y="699910"/>
            <a:ext cx="4011084" cy="735189"/>
          </a:xfrm>
        </p:spPr>
        <p:txBody>
          <a:bodyPr anchor="b"/>
          <a:lstStyle>
            <a:lvl1pPr algn="l">
              <a:defRPr sz="2000" b="1"/>
            </a:lvl1pPr>
          </a:lstStyle>
          <a:p>
            <a:r>
              <a:rPr lang="en-US"/>
              <a:t>Click to edit Master title style</a:t>
            </a:r>
            <a:endParaRPr lang="de-DE"/>
          </a:p>
        </p:txBody>
      </p:sp>
      <p:sp>
        <p:nvSpPr>
          <p:cNvPr id="3" name="Inhaltsplatzhalter 2"/>
          <p:cNvSpPr>
            <a:spLocks noGrp="1"/>
          </p:cNvSpPr>
          <p:nvPr>
            <p:ph idx="1"/>
          </p:nvPr>
        </p:nvSpPr>
        <p:spPr>
          <a:xfrm>
            <a:off x="4766734" y="699911"/>
            <a:ext cx="6499578" cy="54262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extplatzhalter 3"/>
          <p:cNvSpPr>
            <a:spLocks noGrp="1"/>
          </p:cNvSpPr>
          <p:nvPr>
            <p:ph type="body" sz="half" idx="2"/>
          </p:nvPr>
        </p:nvSpPr>
        <p:spPr>
          <a:xfrm>
            <a:off x="609601" y="1580444"/>
            <a:ext cx="4011084" cy="454572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umsplatzhalter 4"/>
          <p:cNvSpPr>
            <a:spLocks noGrp="1"/>
          </p:cNvSpPr>
          <p:nvPr>
            <p:ph type="dt" sz="half" idx="10"/>
          </p:nvPr>
        </p:nvSpPr>
        <p:spPr/>
        <p:txBody>
          <a:bodyPr/>
          <a:lstStyle/>
          <a:p>
            <a:fld id="{86441A4F-4EAA-424D-910F-6686EC290CD6}" type="datetime1">
              <a:rPr lang="de-DE" smtClean="0"/>
              <a:t>09.06.2026</a:t>
            </a:fld>
            <a:endParaRPr lang="de-DE"/>
          </a:p>
        </p:txBody>
      </p:sp>
      <p:sp>
        <p:nvSpPr>
          <p:cNvPr id="7" name="Foliennummernplatzhalter 6"/>
          <p:cNvSpPr>
            <a:spLocks noGrp="1"/>
          </p:cNvSpPr>
          <p:nvPr>
            <p:ph type="sldNum" sz="quarter" idx="12"/>
          </p:nvPr>
        </p:nvSpPr>
        <p:spPr/>
        <p:txBody>
          <a:bodyPr/>
          <a:lstStyle/>
          <a:p>
            <a:fld id="{427882D2-76ED-40F5-9AA8-D6B4E564DC54}" type="slidenum">
              <a:rPr lang="de-DE" smtClean="0"/>
              <a:t>‹#›</a:t>
            </a:fld>
            <a:endParaRPr lang="de-DE"/>
          </a:p>
        </p:txBody>
      </p:sp>
      <p:sp>
        <p:nvSpPr>
          <p:cNvPr id="8"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spTree>
    <p:extLst>
      <p:ext uri="{BB962C8B-B14F-4D97-AF65-F5344CB8AC3E}">
        <p14:creationId xmlns:p14="http://schemas.microsoft.com/office/powerpoint/2010/main" val="2036701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hteck 7"/>
          <p:cNvSpPr/>
          <p:nvPr/>
        </p:nvSpPr>
        <p:spPr>
          <a:xfrm>
            <a:off x="0" y="648000"/>
            <a:ext cx="11376000" cy="567000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2" name="Titelplatzhalter 1"/>
          <p:cNvSpPr>
            <a:spLocks noGrp="1"/>
          </p:cNvSpPr>
          <p:nvPr>
            <p:ph type="title"/>
          </p:nvPr>
        </p:nvSpPr>
        <p:spPr>
          <a:xfrm>
            <a:off x="864000" y="745650"/>
            <a:ext cx="10233909" cy="1143000"/>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p:cNvSpPr>
            <a:spLocks noGrp="1"/>
          </p:cNvSpPr>
          <p:nvPr>
            <p:ph type="body" idx="1"/>
          </p:nvPr>
        </p:nvSpPr>
        <p:spPr>
          <a:xfrm>
            <a:off x="864000" y="2021181"/>
            <a:ext cx="10233909" cy="4104983"/>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864000" y="6492816"/>
            <a:ext cx="2844800" cy="111954"/>
          </a:xfrm>
          <a:prstGeom prst="rect">
            <a:avLst/>
          </a:prstGeom>
        </p:spPr>
        <p:txBody>
          <a:bodyPr vert="horz" lIns="0" tIns="0" rIns="0" bIns="0" rtlCol="0" anchor="ctr"/>
          <a:lstStyle>
            <a:lvl1pPr>
              <a:defRPr lang="de-DE" sz="700" b="0" i="0" smtClean="0">
                <a:latin typeface="Source Sans Pro"/>
                <a:cs typeface="Source Sans Pro"/>
              </a:defRPr>
            </a:lvl1pPr>
          </a:lstStyle>
          <a:p>
            <a:fld id="{ED63921E-DB68-4434-8E9E-E0BBB874170B}" type="datetime1">
              <a:rPr lang="de-DE" smtClean="0"/>
              <a:t>09.06.2026</a:t>
            </a:fld>
            <a:endParaRPr lang="de-DE"/>
          </a:p>
        </p:txBody>
      </p:sp>
      <p:sp>
        <p:nvSpPr>
          <p:cNvPr id="6" name="Foliennummernplatzhalter 5"/>
          <p:cNvSpPr>
            <a:spLocks noGrp="1"/>
          </p:cNvSpPr>
          <p:nvPr>
            <p:ph type="sldNum" sz="quarter" idx="4"/>
          </p:nvPr>
        </p:nvSpPr>
        <p:spPr>
          <a:xfrm>
            <a:off x="8531200" y="6493481"/>
            <a:ext cx="2844800" cy="111290"/>
          </a:xfrm>
          <a:prstGeom prst="rect">
            <a:avLst/>
          </a:prstGeom>
        </p:spPr>
        <p:txBody>
          <a:bodyPr vert="horz" lIns="0" tIns="0" rIns="0" bIns="0" rtlCol="0" anchor="ctr"/>
          <a:lstStyle>
            <a:lvl1pPr algn="r">
              <a:defRPr sz="700" b="1" i="0">
                <a:solidFill>
                  <a:schemeClr val="tx1"/>
                </a:solidFill>
                <a:latin typeface="Source Sans Pro"/>
                <a:cs typeface="Source Sans Pro"/>
              </a:defRPr>
            </a:lvl1pPr>
          </a:lstStyle>
          <a:p>
            <a:fld id="{427882D2-76ED-40F5-9AA8-D6B4E564DC54}" type="slidenum">
              <a:rPr lang="de-DE" smtClean="0"/>
              <a:t>‹#›</a:t>
            </a:fld>
            <a:endParaRPr lang="de-DE"/>
          </a:p>
        </p:txBody>
      </p:sp>
      <p:sp>
        <p:nvSpPr>
          <p:cNvPr id="5" name="Fußzeilenplatzhalter 4"/>
          <p:cNvSpPr>
            <a:spLocks noGrp="1"/>
          </p:cNvSpPr>
          <p:nvPr>
            <p:ph type="ftr" sz="quarter" idx="3"/>
          </p:nvPr>
        </p:nvSpPr>
        <p:spPr>
          <a:xfrm>
            <a:off x="4038600" y="6493481"/>
            <a:ext cx="4114800" cy="111290"/>
          </a:xfrm>
          <a:prstGeom prst="rect">
            <a:avLst/>
          </a:prstGeom>
        </p:spPr>
        <p:txBody>
          <a:bodyPr vert="horz" lIns="0" tIns="0" rIns="0" bIns="0" rtlCol="0" anchor="ctr"/>
          <a:lstStyle>
            <a:lvl1pPr algn="ctr">
              <a:defRPr lang="de-DE" sz="700" b="0" i="0">
                <a:latin typeface="Source Sans Pro"/>
                <a:cs typeface="Source Sans Pro"/>
              </a:defRPr>
            </a:lvl1pPr>
          </a:lstStyle>
          <a:p>
            <a:r>
              <a:rPr lang="de-DE"/>
              <a:t>ELE-Industrial Communication System</a:t>
            </a:r>
          </a:p>
        </p:txBody>
      </p:sp>
      <p:pic>
        <p:nvPicPr>
          <p:cNvPr id="9" name="Bild 6" descr="HSHL_Logo_horizontal_RGB_Sequenz_Animation.gif"/>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72000" y="247172"/>
            <a:ext cx="1404000" cy="208725"/>
          </a:xfrm>
          <a:prstGeom prst="rect">
            <a:avLst/>
          </a:prstGeom>
        </p:spPr>
      </p:pic>
    </p:spTree>
    <p:extLst>
      <p:ext uri="{BB962C8B-B14F-4D97-AF65-F5344CB8AC3E}">
        <p14:creationId xmlns:p14="http://schemas.microsoft.com/office/powerpoint/2010/main" val="32147779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p:txStyles>
    <p:titleStyle>
      <a:lvl1pPr algn="l" defTabSz="457200" rtl="0" eaLnBrk="1" latinLnBrk="0" hangingPunct="1">
        <a:spcBef>
          <a:spcPct val="0"/>
        </a:spcBef>
        <a:buNone/>
        <a:defRPr sz="4000" b="1" i="0" kern="1200">
          <a:solidFill>
            <a:schemeClr val="tx1"/>
          </a:solidFill>
          <a:latin typeface="Source Sans Pro"/>
          <a:ea typeface="+mj-ea"/>
          <a:cs typeface="Source Sans Pro"/>
        </a:defRPr>
      </a:lvl1pPr>
    </p:titleStyle>
    <p:bodyStyle>
      <a:lvl1pPr marL="342900" indent="-342900" algn="l" defTabSz="457200" rtl="0" eaLnBrk="1" latinLnBrk="0" hangingPunct="1">
        <a:spcBef>
          <a:spcPct val="20000"/>
        </a:spcBef>
        <a:buFont typeface="Arial"/>
        <a:buChar char="•"/>
        <a:defRPr sz="3200" b="0" i="0" kern="1200">
          <a:solidFill>
            <a:schemeClr val="tx1"/>
          </a:solidFill>
          <a:latin typeface="Source Sans Pro"/>
          <a:ea typeface="+mn-ea"/>
          <a:cs typeface="Source Sans Pro"/>
        </a:defRPr>
      </a:lvl1pPr>
      <a:lvl2pPr marL="742950" indent="-285750" algn="l" defTabSz="457200" rtl="0" eaLnBrk="1" latinLnBrk="0" hangingPunct="1">
        <a:spcBef>
          <a:spcPct val="20000"/>
        </a:spcBef>
        <a:buFont typeface="Arial"/>
        <a:buChar char="–"/>
        <a:defRPr sz="2800" b="0" i="0" kern="1200">
          <a:solidFill>
            <a:schemeClr val="tx1"/>
          </a:solidFill>
          <a:latin typeface="Source Sans Pro"/>
          <a:ea typeface="+mn-ea"/>
          <a:cs typeface="Source Sans Pro"/>
        </a:defRPr>
      </a:lvl2pPr>
      <a:lvl3pPr marL="1143000" indent="-228600" algn="l" defTabSz="457200" rtl="0" eaLnBrk="1" latinLnBrk="0" hangingPunct="1">
        <a:spcBef>
          <a:spcPct val="20000"/>
        </a:spcBef>
        <a:buFont typeface="Arial"/>
        <a:buChar char="•"/>
        <a:defRPr sz="2400" b="0" i="0" kern="1200">
          <a:solidFill>
            <a:schemeClr val="tx1"/>
          </a:solidFill>
          <a:latin typeface="Source Sans Pro"/>
          <a:ea typeface="+mn-ea"/>
          <a:cs typeface="Source Sans Pro"/>
        </a:defRPr>
      </a:lvl3pPr>
      <a:lvl4pPr marL="1600200" indent="-228600" algn="l" defTabSz="457200" rtl="0" eaLnBrk="1" latinLnBrk="0" hangingPunct="1">
        <a:spcBef>
          <a:spcPct val="20000"/>
        </a:spcBef>
        <a:buFont typeface="Arial"/>
        <a:buChar char="–"/>
        <a:defRPr sz="2000" b="0" i="0" kern="1200">
          <a:solidFill>
            <a:schemeClr val="tx1"/>
          </a:solidFill>
          <a:latin typeface="Source Sans Pro"/>
          <a:ea typeface="+mn-ea"/>
          <a:cs typeface="Source Sans Pro"/>
        </a:defRPr>
      </a:lvl4pPr>
      <a:lvl5pPr marL="2057400" indent="-228600" algn="l" defTabSz="457200" rtl="0" eaLnBrk="1" latinLnBrk="0" hangingPunct="1">
        <a:spcBef>
          <a:spcPct val="20000"/>
        </a:spcBef>
        <a:buFont typeface="Arial"/>
        <a:buChar char="»"/>
        <a:defRPr sz="2000" b="0" i="0" kern="1200">
          <a:solidFill>
            <a:schemeClr val="tx1"/>
          </a:solidFill>
          <a:latin typeface="Source Sans Pro"/>
          <a:ea typeface="+mn-ea"/>
          <a:cs typeface="Source Sans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40.ovgu.de/i40/en/Industry+4_0-p-1.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diagramColors" Target="../diagrams/colors2.xml"/><Relationship Id="rId3" Type="http://schemas.openxmlformats.org/officeDocument/2006/relationships/diagramLayout" Target="../diagrams/layout1.xml"/><Relationship Id="rId7" Type="http://schemas.openxmlformats.org/officeDocument/2006/relationships/image" Target="../media/image3.svg"/><Relationship Id="rId12" Type="http://schemas.openxmlformats.org/officeDocument/2006/relationships/diagramQuickStyle" Target="../diagrams/quickStyle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diagramLayout" Target="../diagrams/layout2.xml"/><Relationship Id="rId5" Type="http://schemas.openxmlformats.org/officeDocument/2006/relationships/diagramColors" Target="../diagrams/colors1.xml"/><Relationship Id="rId10" Type="http://schemas.openxmlformats.org/officeDocument/2006/relationships/diagramData" Target="../diagrams/data2.xml"/><Relationship Id="rId4" Type="http://schemas.openxmlformats.org/officeDocument/2006/relationships/diagramQuickStyle" Target="../diagrams/quickStyle1.xml"/><Relationship Id="rId9" Type="http://schemas.openxmlformats.org/officeDocument/2006/relationships/image" Target="../media/image5.svg"/><Relationship Id="rId14" Type="http://schemas.microsoft.com/office/2007/relationships/diagramDrawing" Target="../diagrams/drawin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3ADC95-57CC-4145-70B5-B2D797DCF539}"/>
              </a:ext>
            </a:extLst>
          </p:cNvPr>
          <p:cNvSpPr txBox="1"/>
          <p:nvPr/>
        </p:nvSpPr>
        <p:spPr>
          <a:xfrm>
            <a:off x="1168737" y="778719"/>
            <a:ext cx="9222724" cy="1323439"/>
          </a:xfrm>
          <a:prstGeom prst="rect">
            <a:avLst/>
          </a:prstGeom>
          <a:noFill/>
        </p:spPr>
        <p:txBody>
          <a:bodyPr wrap="square">
            <a:spAutoFit/>
          </a:bodyPr>
          <a:lstStyle/>
          <a:p>
            <a:r>
              <a:rPr lang="de-DE" sz="4000" b="1" dirty="0">
                <a:latin typeface="Times New Roman" panose="02020603050405020304" pitchFamily="18" charset="0"/>
                <a:cs typeface="Times New Roman" panose="02020603050405020304" pitchFamily="18" charset="0"/>
              </a:rPr>
              <a:t>OPC UA-</a:t>
            </a:r>
            <a:r>
              <a:rPr lang="de-DE" sz="4000" b="1" dirty="0" err="1">
                <a:latin typeface="Times New Roman" panose="02020603050405020304" pitchFamily="18" charset="0"/>
                <a:cs typeface="Times New Roman" panose="02020603050405020304" pitchFamily="18" charset="0"/>
              </a:rPr>
              <a:t>based</a:t>
            </a:r>
            <a:r>
              <a:rPr lang="de-DE" sz="4000" b="1" dirty="0">
                <a:latin typeface="Times New Roman" panose="02020603050405020304" pitchFamily="18" charset="0"/>
                <a:cs typeface="Times New Roman" panose="02020603050405020304" pitchFamily="18" charset="0"/>
              </a:rPr>
              <a:t> </a:t>
            </a:r>
            <a:r>
              <a:rPr lang="de-DE" sz="4000" b="1" dirty="0" err="1">
                <a:latin typeface="Times New Roman" panose="02020603050405020304" pitchFamily="18" charset="0"/>
                <a:cs typeface="Times New Roman" panose="02020603050405020304" pitchFamily="18" charset="0"/>
              </a:rPr>
              <a:t>industrial</a:t>
            </a:r>
            <a:r>
              <a:rPr lang="de-DE" sz="4000" b="1" dirty="0">
                <a:latin typeface="Times New Roman" panose="02020603050405020304" pitchFamily="18" charset="0"/>
                <a:cs typeface="Times New Roman" panose="02020603050405020304" pitchFamily="18" charset="0"/>
              </a:rPr>
              <a:t> </a:t>
            </a:r>
            <a:r>
              <a:rPr lang="de-DE" sz="4000" b="1" dirty="0" err="1">
                <a:latin typeface="Times New Roman" panose="02020603050405020304" pitchFamily="18" charset="0"/>
                <a:cs typeface="Times New Roman" panose="02020603050405020304" pitchFamily="18" charset="0"/>
              </a:rPr>
              <a:t>monitoring</a:t>
            </a:r>
            <a:r>
              <a:rPr lang="de-DE" sz="4000" b="1" dirty="0">
                <a:latin typeface="Times New Roman" panose="02020603050405020304" pitchFamily="18" charset="0"/>
                <a:cs typeface="Times New Roman" panose="02020603050405020304" pitchFamily="18" charset="0"/>
              </a:rPr>
              <a:t> </a:t>
            </a:r>
            <a:r>
              <a:rPr lang="de-DE" sz="4000" b="1" dirty="0" err="1">
                <a:latin typeface="Times New Roman" panose="02020603050405020304" pitchFamily="18" charset="0"/>
                <a:cs typeface="Times New Roman" panose="02020603050405020304" pitchFamily="18" charset="0"/>
              </a:rPr>
              <a:t>through</a:t>
            </a:r>
            <a:r>
              <a:rPr lang="de-DE" sz="4000" b="1" dirty="0">
                <a:latin typeface="Times New Roman" panose="02020603050405020304" pitchFamily="18" charset="0"/>
                <a:cs typeface="Times New Roman" panose="02020603050405020304" pitchFamily="18" charset="0"/>
              </a:rPr>
              <a:t> </a:t>
            </a:r>
            <a:r>
              <a:rPr lang="de-DE" sz="4000" b="1" dirty="0" err="1">
                <a:latin typeface="Times New Roman" panose="02020603050405020304" pitchFamily="18" charset="0"/>
                <a:cs typeface="Times New Roman" panose="02020603050405020304" pitchFamily="18" charset="0"/>
              </a:rPr>
              <a:t>edge</a:t>
            </a:r>
            <a:r>
              <a:rPr lang="de-DE" sz="4000" b="1" dirty="0">
                <a:latin typeface="Times New Roman" panose="02020603050405020304" pitchFamily="18" charset="0"/>
                <a:cs typeface="Times New Roman" panose="02020603050405020304" pitchFamily="18" charset="0"/>
              </a:rPr>
              <a:t> </a:t>
            </a:r>
            <a:r>
              <a:rPr lang="de-DE" sz="4000" b="1" dirty="0" err="1">
                <a:latin typeface="Times New Roman" panose="02020603050405020304" pitchFamily="18" charset="0"/>
                <a:cs typeface="Times New Roman" panose="02020603050405020304" pitchFamily="18" charset="0"/>
              </a:rPr>
              <a:t>gateway</a:t>
            </a:r>
            <a:endParaRPr lang="de-DE"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5F05AE1-8AA5-2749-AB69-48DCC6569E94}"/>
              </a:ext>
            </a:extLst>
          </p:cNvPr>
          <p:cNvSpPr txBox="1"/>
          <p:nvPr/>
        </p:nvSpPr>
        <p:spPr>
          <a:xfrm>
            <a:off x="702128" y="4755841"/>
            <a:ext cx="2084613" cy="646331"/>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Md </a:t>
            </a:r>
            <a:r>
              <a:rPr lang="de-DE" dirty="0" err="1">
                <a:latin typeface="Times New Roman" panose="02020603050405020304" pitchFamily="18" charset="0"/>
                <a:cs typeface="Times New Roman" panose="02020603050405020304" pitchFamily="18" charset="0"/>
              </a:rPr>
              <a:t>Azadul</a:t>
            </a:r>
            <a:r>
              <a:rPr lang="de-DE" dirty="0">
                <a:latin typeface="Times New Roman" panose="02020603050405020304" pitchFamily="18" charset="0"/>
                <a:cs typeface="Times New Roman" panose="02020603050405020304" pitchFamily="18" charset="0"/>
              </a:rPr>
              <a:t> Islam</a:t>
            </a:r>
            <a:br>
              <a:rPr lang="de-DE" dirty="0">
                <a:latin typeface="Times New Roman" panose="02020603050405020304" pitchFamily="18" charset="0"/>
                <a:cs typeface="Times New Roman" panose="02020603050405020304" pitchFamily="18" charset="0"/>
              </a:rPr>
            </a:br>
            <a:r>
              <a:rPr lang="de-DE" dirty="0" err="1">
                <a:latin typeface="Times New Roman" panose="02020603050405020304" pitchFamily="18" charset="0"/>
                <a:cs typeface="Times New Roman" panose="02020603050405020304" pitchFamily="18" charset="0"/>
              </a:rPr>
              <a:t>matric</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no</a:t>
            </a:r>
            <a:r>
              <a:rPr lang="de-DE" dirty="0">
                <a:latin typeface="Times New Roman" panose="02020603050405020304" pitchFamily="18" charset="0"/>
                <a:cs typeface="Times New Roman" panose="02020603050405020304" pitchFamily="18" charset="0"/>
              </a:rPr>
              <a:t>.: 2220070</a:t>
            </a:r>
          </a:p>
        </p:txBody>
      </p:sp>
      <p:sp>
        <p:nvSpPr>
          <p:cNvPr id="7" name="TextBox 6">
            <a:extLst>
              <a:ext uri="{FF2B5EF4-FFF2-40B4-BE49-F238E27FC236}">
                <a16:creationId xmlns:a16="http://schemas.microsoft.com/office/drawing/2014/main" id="{0960D9EB-57F4-B681-A923-34534E34A0D4}"/>
              </a:ext>
            </a:extLst>
          </p:cNvPr>
          <p:cNvSpPr txBox="1"/>
          <p:nvPr/>
        </p:nvSpPr>
        <p:spPr>
          <a:xfrm>
            <a:off x="3793671" y="2474893"/>
            <a:ext cx="4604657" cy="892552"/>
          </a:xfrm>
          <a:prstGeom prst="rect">
            <a:avLst/>
          </a:prstGeom>
          <a:noFill/>
        </p:spPr>
        <p:txBody>
          <a:bodyPr wrap="square">
            <a:spAutoFit/>
          </a:bodyPr>
          <a:lstStyle/>
          <a:p>
            <a:r>
              <a:rPr lang="en-GB" sz="2800" dirty="0">
                <a:latin typeface="Times New Roman" panose="02020603050405020304" pitchFamily="18" charset="0"/>
                <a:cs typeface="Times New Roman" panose="02020603050405020304" pitchFamily="18" charset="0"/>
              </a:rPr>
              <a:t>I</a:t>
            </a:r>
            <a:r>
              <a:rPr lang="de-DE" sz="2800" dirty="0" err="1">
                <a:latin typeface="Times New Roman" panose="02020603050405020304" pitchFamily="18" charset="0"/>
                <a:cs typeface="Times New Roman" panose="02020603050405020304" pitchFamily="18" charset="0"/>
              </a:rPr>
              <a:t>ndustrial</a:t>
            </a:r>
            <a:r>
              <a:rPr lang="de-DE" sz="2800" dirty="0">
                <a:latin typeface="Times New Roman" panose="02020603050405020304" pitchFamily="18" charset="0"/>
                <a:cs typeface="Times New Roman" panose="02020603050405020304" pitchFamily="18" charset="0"/>
              </a:rPr>
              <a:t> Communication</a:t>
            </a:r>
            <a:br>
              <a:rPr lang="de-DE" sz="2400" dirty="0">
                <a:latin typeface="Times New Roman" panose="02020603050405020304" pitchFamily="18" charset="0"/>
                <a:cs typeface="Times New Roman" panose="02020603050405020304" pitchFamily="18" charset="0"/>
              </a:rPr>
            </a:br>
            <a:r>
              <a:rPr lang="de-DE" sz="2400" dirty="0">
                <a:latin typeface="Times New Roman" panose="02020603050405020304" pitchFamily="18" charset="0"/>
                <a:cs typeface="Times New Roman" panose="02020603050405020304" pitchFamily="18" charset="0"/>
              </a:rPr>
              <a:t>Prof. Dr.-</a:t>
            </a:r>
            <a:r>
              <a:rPr lang="de-DE" sz="2400" dirty="0" err="1">
                <a:latin typeface="Times New Roman" panose="02020603050405020304" pitchFamily="18" charset="0"/>
                <a:cs typeface="Times New Roman" panose="02020603050405020304" pitchFamily="18" charset="0"/>
              </a:rPr>
              <a:t>Ing.Ali</a:t>
            </a:r>
            <a:r>
              <a:rPr lang="de-DE" sz="2400" dirty="0">
                <a:latin typeface="Times New Roman" panose="02020603050405020304" pitchFamily="18" charset="0"/>
                <a:cs typeface="Times New Roman" panose="02020603050405020304" pitchFamily="18" charset="0"/>
              </a:rPr>
              <a:t> </a:t>
            </a:r>
            <a:r>
              <a:rPr lang="de-DE" sz="2400" dirty="0" err="1">
                <a:latin typeface="Times New Roman" panose="02020603050405020304" pitchFamily="18" charset="0"/>
                <a:cs typeface="Times New Roman" panose="02020603050405020304" pitchFamily="18" charset="0"/>
              </a:rPr>
              <a:t>hayek</a:t>
            </a:r>
            <a:endParaRPr lang="de-DE"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0590F65-0EAD-7B57-BADD-7B54DA470909}"/>
              </a:ext>
            </a:extLst>
          </p:cNvPr>
          <p:cNvSpPr txBox="1"/>
          <p:nvPr/>
        </p:nvSpPr>
        <p:spPr>
          <a:xfrm>
            <a:off x="2969076" y="4755843"/>
            <a:ext cx="2147209" cy="646331"/>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Md </a:t>
            </a:r>
            <a:r>
              <a:rPr lang="de-DE" dirty="0" err="1">
                <a:latin typeface="Times New Roman" panose="02020603050405020304" pitchFamily="18" charset="0"/>
                <a:cs typeface="Times New Roman" panose="02020603050405020304" pitchFamily="18" charset="0"/>
              </a:rPr>
              <a:t>Rafiul</a:t>
            </a:r>
            <a:r>
              <a:rPr lang="de-DE" dirty="0">
                <a:latin typeface="Times New Roman" panose="02020603050405020304" pitchFamily="18" charset="0"/>
                <a:cs typeface="Times New Roman" panose="02020603050405020304" pitchFamily="18" charset="0"/>
              </a:rPr>
              <a:t> Islam</a:t>
            </a:r>
            <a:br>
              <a:rPr lang="de-DE" dirty="0">
                <a:latin typeface="Times New Roman" panose="02020603050405020304" pitchFamily="18" charset="0"/>
                <a:cs typeface="Times New Roman" panose="02020603050405020304" pitchFamily="18" charset="0"/>
              </a:rPr>
            </a:br>
            <a:r>
              <a:rPr lang="de-DE" dirty="0" err="1">
                <a:latin typeface="Times New Roman" panose="02020603050405020304" pitchFamily="18" charset="0"/>
                <a:cs typeface="Times New Roman" panose="02020603050405020304" pitchFamily="18" charset="0"/>
              </a:rPr>
              <a:t>matric</a:t>
            </a:r>
            <a:r>
              <a:rPr lang="de-DE" dirty="0">
                <a:latin typeface="Times New Roman" panose="02020603050405020304" pitchFamily="18" charset="0"/>
                <a:cs typeface="Times New Roman" panose="02020603050405020304" pitchFamily="18" charset="0"/>
              </a:rPr>
              <a:t> no.:1232714</a:t>
            </a:r>
          </a:p>
        </p:txBody>
      </p:sp>
      <p:sp>
        <p:nvSpPr>
          <p:cNvPr id="11" name="TextBox 10">
            <a:extLst>
              <a:ext uri="{FF2B5EF4-FFF2-40B4-BE49-F238E27FC236}">
                <a16:creationId xmlns:a16="http://schemas.microsoft.com/office/drawing/2014/main" id="{13DFE88F-48DC-FF69-1491-B1D6EA134F3F}"/>
              </a:ext>
            </a:extLst>
          </p:cNvPr>
          <p:cNvSpPr txBox="1"/>
          <p:nvPr/>
        </p:nvSpPr>
        <p:spPr>
          <a:xfrm>
            <a:off x="5412920" y="4755840"/>
            <a:ext cx="2710542" cy="646331"/>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Md Jubair Salehin Razin</a:t>
            </a:r>
            <a:br>
              <a:rPr lang="de-DE" dirty="0">
                <a:latin typeface="Times New Roman" panose="02020603050405020304" pitchFamily="18" charset="0"/>
                <a:cs typeface="Times New Roman" panose="02020603050405020304" pitchFamily="18" charset="0"/>
              </a:rPr>
            </a:br>
            <a:r>
              <a:rPr lang="de-DE" dirty="0" err="1">
                <a:latin typeface="Times New Roman" panose="02020603050405020304" pitchFamily="18" charset="0"/>
                <a:cs typeface="Times New Roman" panose="02020603050405020304" pitchFamily="18" charset="0"/>
              </a:rPr>
              <a:t>matric</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no</a:t>
            </a:r>
            <a:r>
              <a:rPr lang="de-DE" dirty="0">
                <a:latin typeface="Times New Roman" panose="02020603050405020304" pitchFamily="18" charset="0"/>
                <a:cs typeface="Times New Roman" panose="02020603050405020304" pitchFamily="18" charset="0"/>
              </a:rPr>
              <a:t>.: 1230281</a:t>
            </a:r>
          </a:p>
        </p:txBody>
      </p:sp>
      <p:sp>
        <p:nvSpPr>
          <p:cNvPr id="13" name="TextBox 12">
            <a:extLst>
              <a:ext uri="{FF2B5EF4-FFF2-40B4-BE49-F238E27FC236}">
                <a16:creationId xmlns:a16="http://schemas.microsoft.com/office/drawing/2014/main" id="{315FA64F-3A81-46E7-4E72-537DFE97F628}"/>
              </a:ext>
            </a:extLst>
          </p:cNvPr>
          <p:cNvSpPr txBox="1"/>
          <p:nvPr/>
        </p:nvSpPr>
        <p:spPr>
          <a:xfrm>
            <a:off x="8322128" y="4755842"/>
            <a:ext cx="2639786" cy="646331"/>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Faysal Ahammed Tonmoy</a:t>
            </a:r>
            <a:br>
              <a:rPr lang="de-DE" dirty="0">
                <a:latin typeface="Times New Roman" panose="02020603050405020304" pitchFamily="18" charset="0"/>
                <a:cs typeface="Times New Roman" panose="02020603050405020304" pitchFamily="18" charset="0"/>
              </a:rPr>
            </a:br>
            <a:r>
              <a:rPr lang="de-DE" dirty="0" err="1">
                <a:latin typeface="Times New Roman" panose="02020603050405020304" pitchFamily="18" charset="0"/>
                <a:cs typeface="Times New Roman" panose="02020603050405020304" pitchFamily="18" charset="0"/>
              </a:rPr>
              <a:t>matric</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no</a:t>
            </a:r>
            <a:r>
              <a:rPr lang="de-DE" dirty="0">
                <a:latin typeface="Times New Roman" panose="02020603050405020304" pitchFamily="18" charset="0"/>
                <a:cs typeface="Times New Roman" panose="02020603050405020304" pitchFamily="18" charset="0"/>
              </a:rPr>
              <a:t>.: 1230473</a:t>
            </a:r>
          </a:p>
        </p:txBody>
      </p:sp>
      <p:sp>
        <p:nvSpPr>
          <p:cNvPr id="15" name="TextBox 14">
            <a:extLst>
              <a:ext uri="{FF2B5EF4-FFF2-40B4-BE49-F238E27FC236}">
                <a16:creationId xmlns:a16="http://schemas.microsoft.com/office/drawing/2014/main" id="{535825CC-79D3-EAFA-FBDE-F36897EDCBEA}"/>
              </a:ext>
            </a:extLst>
          </p:cNvPr>
          <p:cNvSpPr txBox="1"/>
          <p:nvPr/>
        </p:nvSpPr>
        <p:spPr>
          <a:xfrm>
            <a:off x="4729842" y="3880933"/>
            <a:ext cx="1366157" cy="400110"/>
          </a:xfrm>
          <a:prstGeom prst="rect">
            <a:avLst/>
          </a:prstGeom>
          <a:noFill/>
        </p:spPr>
        <p:txBody>
          <a:bodyPr wrap="square">
            <a:spAutoFit/>
          </a:bodyPr>
          <a:lstStyle/>
          <a:p>
            <a:r>
              <a:rPr lang="de-DE" sz="2000" dirty="0">
                <a:latin typeface="Times New Roman" panose="02020603050405020304" pitchFamily="18" charset="0"/>
                <a:cs typeface="Times New Roman" panose="02020603050405020304" pitchFamily="18" charset="0"/>
              </a:rPr>
              <a:t>Team-B03</a:t>
            </a:r>
            <a:endParaRPr lang="de-DE" sz="2000" dirty="0"/>
          </a:p>
        </p:txBody>
      </p:sp>
      <p:sp>
        <p:nvSpPr>
          <p:cNvPr id="6" name="Date Placeholder 5">
            <a:extLst>
              <a:ext uri="{FF2B5EF4-FFF2-40B4-BE49-F238E27FC236}">
                <a16:creationId xmlns:a16="http://schemas.microsoft.com/office/drawing/2014/main" id="{BE961309-4A04-799A-8BB6-DB5D806B5A05}"/>
              </a:ext>
            </a:extLst>
          </p:cNvPr>
          <p:cNvSpPr>
            <a:spLocks noGrp="1"/>
          </p:cNvSpPr>
          <p:nvPr>
            <p:ph type="dt" sz="half" idx="2"/>
          </p:nvPr>
        </p:nvSpPr>
        <p:spPr/>
        <p:txBody>
          <a:bodyPr/>
          <a:lstStyle/>
          <a:p>
            <a:fld id="{B1CF3577-9C11-4F3E-B550-8F4D7F4C5088}" type="datetime1">
              <a:rPr lang="de-DE" smtClean="0"/>
              <a:t>09.06.2026</a:t>
            </a:fld>
            <a:endParaRPr lang="de-DE"/>
          </a:p>
        </p:txBody>
      </p:sp>
      <p:sp>
        <p:nvSpPr>
          <p:cNvPr id="8" name="Footer Placeholder 7">
            <a:extLst>
              <a:ext uri="{FF2B5EF4-FFF2-40B4-BE49-F238E27FC236}">
                <a16:creationId xmlns:a16="http://schemas.microsoft.com/office/drawing/2014/main" id="{3D2DF3C4-D6FD-DE54-47B1-7E2430227BC2}"/>
              </a:ext>
            </a:extLst>
          </p:cNvPr>
          <p:cNvSpPr>
            <a:spLocks noGrp="1"/>
          </p:cNvSpPr>
          <p:nvPr>
            <p:ph type="ftr" sz="quarter" idx="3"/>
          </p:nvPr>
        </p:nvSpPr>
        <p:spPr/>
        <p:txBody>
          <a:bodyPr/>
          <a:lstStyle/>
          <a:p>
            <a:r>
              <a:rPr lang="de-DE"/>
              <a:t>ELE-Industrial Communication System</a:t>
            </a:r>
          </a:p>
        </p:txBody>
      </p:sp>
      <p:sp>
        <p:nvSpPr>
          <p:cNvPr id="10" name="Slide Number Placeholder 9">
            <a:extLst>
              <a:ext uri="{FF2B5EF4-FFF2-40B4-BE49-F238E27FC236}">
                <a16:creationId xmlns:a16="http://schemas.microsoft.com/office/drawing/2014/main" id="{47D2F5E7-A518-ED31-D6C8-0A7A954D8BD9}"/>
              </a:ext>
            </a:extLst>
          </p:cNvPr>
          <p:cNvSpPr>
            <a:spLocks noGrp="1"/>
          </p:cNvSpPr>
          <p:nvPr>
            <p:ph type="sldNum" sz="quarter" idx="4"/>
          </p:nvPr>
        </p:nvSpPr>
        <p:spPr/>
        <p:txBody>
          <a:bodyPr/>
          <a:lstStyle/>
          <a:p>
            <a:fld id="{427882D2-76ED-40F5-9AA8-D6B4E564DC54}" type="slidenum">
              <a:rPr lang="de-DE" smtClean="0"/>
              <a:t>1</a:t>
            </a:fld>
            <a:endParaRPr lang="de-DE"/>
          </a:p>
        </p:txBody>
      </p:sp>
    </p:spTree>
    <p:extLst>
      <p:ext uri="{BB962C8B-B14F-4D97-AF65-F5344CB8AC3E}">
        <p14:creationId xmlns:p14="http://schemas.microsoft.com/office/powerpoint/2010/main" val="3998010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144230-87EE-4E72-4C74-2D1E5BAAD196}"/>
              </a:ext>
            </a:extLst>
          </p:cNvPr>
          <p:cNvSpPr txBox="1"/>
          <p:nvPr/>
        </p:nvSpPr>
        <p:spPr>
          <a:xfrm>
            <a:off x="435429" y="0"/>
            <a:ext cx="6096000" cy="646331"/>
          </a:xfrm>
          <a:prstGeom prst="rect">
            <a:avLst/>
          </a:prstGeom>
          <a:noFill/>
        </p:spPr>
        <p:txBody>
          <a:bodyPr wrap="square">
            <a:spAutoFit/>
          </a:bodyPr>
          <a:lstStyle/>
          <a:p>
            <a:r>
              <a:rPr lang="en-GB" sz="3600" b="1" dirty="0">
                <a:latin typeface="Times New Roman" panose="02020603050405020304" pitchFamily="18" charset="0"/>
                <a:cs typeface="Times New Roman" panose="02020603050405020304" pitchFamily="18" charset="0"/>
              </a:rPr>
              <a:t>Motivation</a:t>
            </a:r>
            <a:endParaRPr lang="de-DE" sz="3600" b="1" dirty="0">
              <a:latin typeface="Times New Roman" panose="02020603050405020304" pitchFamily="18" charset="0"/>
              <a:cs typeface="Times New Roman" panose="02020603050405020304" pitchFamily="18" charset="0"/>
            </a:endParaRPr>
          </a:p>
        </p:txBody>
      </p:sp>
      <p:pic>
        <p:nvPicPr>
          <p:cNvPr id="3" name="Picture 4" descr="031">
            <a:extLst>
              <a:ext uri="{FF2B5EF4-FFF2-40B4-BE49-F238E27FC236}">
                <a16:creationId xmlns:a16="http://schemas.microsoft.com/office/drawing/2014/main" id="{F1D8FD52-BADC-CDDE-537F-9FEE48B6A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238" y="1430961"/>
            <a:ext cx="6599320" cy="37076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68F55A3-B435-FF77-9ECA-780EFBB0CA36}"/>
              </a:ext>
            </a:extLst>
          </p:cNvPr>
          <p:cNvSpPr txBox="1"/>
          <p:nvPr/>
        </p:nvSpPr>
        <p:spPr>
          <a:xfrm>
            <a:off x="1524000" y="5631026"/>
            <a:ext cx="294458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3"/>
              </a:rPr>
              <a:t>automation</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hlinkClick r:id="rId3"/>
              </a:rPr>
              <a:t>pyramid</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 </a:t>
            </a:r>
            <a:endPar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00439EB-87F5-EA46-CB71-72DD8CB33845}"/>
              </a:ext>
            </a:extLst>
          </p:cNvPr>
          <p:cNvSpPr txBox="1"/>
          <p:nvPr/>
        </p:nvSpPr>
        <p:spPr>
          <a:xfrm>
            <a:off x="7715361" y="1613654"/>
            <a:ext cx="3516284" cy="2031325"/>
          </a:xfrm>
          <a:prstGeom prst="rect">
            <a:avLst/>
          </a:prstGeom>
          <a:noFill/>
        </p:spPr>
        <p:txBody>
          <a:bodyPr wrap="square">
            <a:spAutoFit/>
          </a:bodyPr>
          <a:lstStyle/>
          <a:p>
            <a:r>
              <a:rPr lang="de-DE" b="1" dirty="0">
                <a:latin typeface="Times New Roman" panose="02020603050405020304" pitchFamily="18" charset="0"/>
                <a:cs typeface="Times New Roman" panose="02020603050405020304" pitchFamily="18" charset="0"/>
              </a:rPr>
              <a:t>Challenges</a:t>
            </a:r>
          </a:p>
          <a:p>
            <a:endParaRPr lang="de-DE"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Multiple </a:t>
            </a:r>
            <a:r>
              <a:rPr lang="de-DE" dirty="0" err="1">
                <a:latin typeface="Times New Roman" panose="02020603050405020304" pitchFamily="18" charset="0"/>
                <a:cs typeface="Times New Roman" panose="02020603050405020304" pitchFamily="18" charset="0"/>
              </a:rPr>
              <a:t>industrial</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communication</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protocols</a:t>
            </a:r>
            <a:r>
              <a:rPr lang="de-DE"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de-DE" dirty="0" err="1">
                <a:latin typeface="Times New Roman" panose="02020603050405020304" pitchFamily="18" charset="0"/>
                <a:cs typeface="Times New Roman" panose="02020603050405020304" pitchFamily="18" charset="0"/>
              </a:rPr>
              <a:t>Difficult</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system</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integration</a:t>
            </a:r>
            <a:r>
              <a:rPr lang="de-DE"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Limited </a:t>
            </a:r>
            <a:r>
              <a:rPr lang="de-DE" dirty="0" err="1">
                <a:latin typeface="Times New Roman" panose="02020603050405020304" pitchFamily="18" charset="0"/>
                <a:cs typeface="Times New Roman" panose="02020603050405020304" pitchFamily="18" charset="0"/>
              </a:rPr>
              <a:t>interoperability</a:t>
            </a:r>
            <a:endParaRPr lang="de-DE" dirty="0">
              <a:latin typeface="Times New Roman" panose="02020603050405020304" pitchFamily="18" charset="0"/>
              <a:cs typeface="Times New Roman" panose="02020603050405020304" pitchFamily="18" charset="0"/>
            </a:endParaRPr>
          </a:p>
          <a:p>
            <a:endParaRPr lang="de-DE"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3D0592A-A5EF-7DEF-56A5-7A09F126520D}"/>
              </a:ext>
            </a:extLst>
          </p:cNvPr>
          <p:cNvSpPr txBox="1"/>
          <p:nvPr/>
        </p:nvSpPr>
        <p:spPr>
          <a:xfrm>
            <a:off x="7715361" y="3876700"/>
            <a:ext cx="3319944" cy="1754326"/>
          </a:xfrm>
          <a:prstGeom prst="rect">
            <a:avLst/>
          </a:prstGeom>
          <a:noFill/>
        </p:spPr>
        <p:txBody>
          <a:bodyPr wrap="square">
            <a:spAutoFit/>
          </a:bodyPr>
          <a:lstStyle/>
          <a:p>
            <a:r>
              <a:rPr lang="de-DE" b="1" dirty="0">
                <a:latin typeface="Times New Roman" panose="02020603050405020304" pitchFamily="18" charset="0"/>
                <a:cs typeface="Times New Roman" panose="02020603050405020304" pitchFamily="18" charset="0"/>
              </a:rPr>
              <a:t>Why OPC UA?</a:t>
            </a:r>
          </a:p>
          <a:p>
            <a:endParaRPr lang="de-DE"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dirty="0" err="1">
                <a:latin typeface="Times New Roman" panose="02020603050405020304" pitchFamily="18" charset="0"/>
                <a:cs typeface="Times New Roman" panose="02020603050405020304" pitchFamily="18" charset="0"/>
              </a:rPr>
              <a:t>Standardized</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communication</a:t>
            </a:r>
            <a:r>
              <a:rPr lang="de-DE"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Structured </a:t>
            </a:r>
            <a:r>
              <a:rPr lang="de-DE" dirty="0" err="1">
                <a:latin typeface="Times New Roman" panose="02020603050405020304" pitchFamily="18" charset="0"/>
                <a:cs typeface="Times New Roman" panose="02020603050405020304" pitchFamily="18" charset="0"/>
              </a:rPr>
              <a:t>machine</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data</a:t>
            </a:r>
            <a:r>
              <a:rPr lang="de-DE"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Industry 4.0 </a:t>
            </a:r>
            <a:r>
              <a:rPr lang="de-DE" dirty="0" err="1">
                <a:latin typeface="Times New Roman" panose="02020603050405020304" pitchFamily="18" charset="0"/>
                <a:cs typeface="Times New Roman" panose="02020603050405020304" pitchFamily="18" charset="0"/>
              </a:rPr>
              <a:t>compatible</a:t>
            </a:r>
            <a:endParaRPr lang="de-DE" dirty="0">
              <a:latin typeface="Times New Roman" panose="02020603050405020304" pitchFamily="18" charset="0"/>
              <a:cs typeface="Times New Roman" panose="02020603050405020304" pitchFamily="18" charset="0"/>
            </a:endParaRPr>
          </a:p>
          <a:p>
            <a:endParaRPr lang="de-DE" dirty="0">
              <a:latin typeface="Times New Roman" panose="02020603050405020304" pitchFamily="18" charset="0"/>
              <a:cs typeface="Times New Roman" panose="02020603050405020304" pitchFamily="18" charset="0"/>
            </a:endParaRPr>
          </a:p>
        </p:txBody>
      </p:sp>
      <p:sp>
        <p:nvSpPr>
          <p:cNvPr id="15" name="Date Placeholder 14">
            <a:extLst>
              <a:ext uri="{FF2B5EF4-FFF2-40B4-BE49-F238E27FC236}">
                <a16:creationId xmlns:a16="http://schemas.microsoft.com/office/drawing/2014/main" id="{9CAD0EB9-587E-FBE5-6B1D-3187D354E8C7}"/>
              </a:ext>
            </a:extLst>
          </p:cNvPr>
          <p:cNvSpPr>
            <a:spLocks noGrp="1"/>
          </p:cNvSpPr>
          <p:nvPr>
            <p:ph type="dt" sz="half" idx="2"/>
          </p:nvPr>
        </p:nvSpPr>
        <p:spPr/>
        <p:txBody>
          <a:bodyPr/>
          <a:lstStyle/>
          <a:p>
            <a:fld id="{E9DEEF77-7915-4B6D-9E99-8EA4D6A864F0}" type="datetime1">
              <a:rPr lang="de-DE" smtClean="0"/>
              <a:t>09.06.2026</a:t>
            </a:fld>
            <a:endParaRPr lang="de-DE"/>
          </a:p>
        </p:txBody>
      </p:sp>
      <p:sp>
        <p:nvSpPr>
          <p:cNvPr id="16" name="Footer Placeholder 15">
            <a:extLst>
              <a:ext uri="{FF2B5EF4-FFF2-40B4-BE49-F238E27FC236}">
                <a16:creationId xmlns:a16="http://schemas.microsoft.com/office/drawing/2014/main" id="{0BD4DE22-8291-09B5-C083-6B1C3683AC17}"/>
              </a:ext>
            </a:extLst>
          </p:cNvPr>
          <p:cNvSpPr>
            <a:spLocks noGrp="1"/>
          </p:cNvSpPr>
          <p:nvPr>
            <p:ph type="ftr" sz="quarter" idx="3"/>
          </p:nvPr>
        </p:nvSpPr>
        <p:spPr/>
        <p:txBody>
          <a:bodyPr/>
          <a:lstStyle/>
          <a:p>
            <a:r>
              <a:rPr lang="de-DE"/>
              <a:t>ELE-Industrial Communication System</a:t>
            </a:r>
          </a:p>
        </p:txBody>
      </p:sp>
      <p:sp>
        <p:nvSpPr>
          <p:cNvPr id="17" name="Slide Number Placeholder 16">
            <a:extLst>
              <a:ext uri="{FF2B5EF4-FFF2-40B4-BE49-F238E27FC236}">
                <a16:creationId xmlns:a16="http://schemas.microsoft.com/office/drawing/2014/main" id="{A6DCFE0A-A7F3-AC6B-47C7-938CD87AECBD}"/>
              </a:ext>
            </a:extLst>
          </p:cNvPr>
          <p:cNvSpPr>
            <a:spLocks noGrp="1"/>
          </p:cNvSpPr>
          <p:nvPr>
            <p:ph type="sldNum" sz="quarter" idx="4"/>
          </p:nvPr>
        </p:nvSpPr>
        <p:spPr/>
        <p:txBody>
          <a:bodyPr/>
          <a:lstStyle/>
          <a:p>
            <a:fld id="{427882D2-76ED-40F5-9AA8-D6B4E564DC54}" type="slidenum">
              <a:rPr lang="de-DE" smtClean="0"/>
              <a:t>2</a:t>
            </a:fld>
            <a:endParaRPr lang="de-DE"/>
          </a:p>
        </p:txBody>
      </p:sp>
    </p:spTree>
    <p:extLst>
      <p:ext uri="{BB962C8B-B14F-4D97-AF65-F5344CB8AC3E}">
        <p14:creationId xmlns:p14="http://schemas.microsoft.com/office/powerpoint/2010/main" val="3816794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7">
            <a:extLst>
              <a:ext uri="{FF2B5EF4-FFF2-40B4-BE49-F238E27FC236}">
                <a16:creationId xmlns:a16="http://schemas.microsoft.com/office/drawing/2014/main" id="{32E70D37-EAF0-783A-34B8-86772C8BB579}"/>
              </a:ext>
            </a:extLst>
          </p:cNvPr>
          <p:cNvSpPr txBox="1"/>
          <p:nvPr/>
        </p:nvSpPr>
        <p:spPr>
          <a:xfrm>
            <a:off x="545679" y="0"/>
            <a:ext cx="6096000" cy="646331"/>
          </a:xfrm>
          <a:prstGeom prst="rect">
            <a:avLst/>
          </a:prstGeom>
          <a:noFill/>
        </p:spPr>
        <p:txBody>
          <a:bodyPr wrap="square">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3600" b="1" dirty="0">
                <a:latin typeface="Times New Roman" panose="02020603050405020304" pitchFamily="18" charset="0"/>
                <a:cs typeface="Times New Roman" panose="02020603050405020304" pitchFamily="18" charset="0"/>
              </a:rPr>
              <a:t>Overview</a:t>
            </a:r>
            <a:endParaRPr lang="de-DE" sz="3600" b="1" dirty="0">
              <a:latin typeface="Times New Roman" panose="02020603050405020304" pitchFamily="18" charset="0"/>
              <a:cs typeface="Times New Roman" panose="02020603050405020304" pitchFamily="18" charset="0"/>
            </a:endParaRPr>
          </a:p>
        </p:txBody>
      </p:sp>
      <p:graphicFrame>
        <p:nvGraphicFramePr>
          <p:cNvPr id="23" name="Diagram 22">
            <a:extLst>
              <a:ext uri="{FF2B5EF4-FFF2-40B4-BE49-F238E27FC236}">
                <a16:creationId xmlns:a16="http://schemas.microsoft.com/office/drawing/2014/main" id="{A8EBDFAF-6E52-D526-9134-127F8B5FE2EE}"/>
              </a:ext>
            </a:extLst>
          </p:cNvPr>
          <p:cNvGraphicFramePr/>
          <p:nvPr>
            <p:extLst>
              <p:ext uri="{D42A27DB-BD31-4B8C-83A1-F6EECF244321}">
                <p14:modId xmlns:p14="http://schemas.microsoft.com/office/powerpoint/2010/main" val="1210563978"/>
              </p:ext>
            </p:extLst>
          </p:nvPr>
        </p:nvGraphicFramePr>
        <p:xfrm>
          <a:off x="6409109" y="1121622"/>
          <a:ext cx="4874483" cy="37781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5" name="Graphic 13" descr="Factory outline">
            <a:extLst>
              <a:ext uri="{FF2B5EF4-FFF2-40B4-BE49-F238E27FC236}">
                <a16:creationId xmlns:a16="http://schemas.microsoft.com/office/drawing/2014/main" id="{87705FA9-4B17-F89E-1470-58C340851D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72112" y="2078285"/>
            <a:ext cx="387470" cy="387470"/>
          </a:xfrm>
          <a:prstGeom prst="rect">
            <a:avLst/>
          </a:prstGeom>
        </p:spPr>
      </p:pic>
      <p:pic>
        <p:nvPicPr>
          <p:cNvPr id="26" name="Graphic 15" descr="Bar chart with solid fill">
            <a:extLst>
              <a:ext uri="{FF2B5EF4-FFF2-40B4-BE49-F238E27FC236}">
                <a16:creationId xmlns:a16="http://schemas.microsoft.com/office/drawing/2014/main" id="{A284A808-2270-006F-EB48-21843B6433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87742" y="2235744"/>
            <a:ext cx="387470" cy="387470"/>
          </a:xfrm>
          <a:prstGeom prst="rect">
            <a:avLst/>
          </a:prstGeom>
        </p:spPr>
      </p:pic>
      <p:pic>
        <p:nvPicPr>
          <p:cNvPr id="27" name="Graphic 17" descr="Illustrator with solid fill">
            <a:extLst>
              <a:ext uri="{FF2B5EF4-FFF2-40B4-BE49-F238E27FC236}">
                <a16:creationId xmlns:a16="http://schemas.microsoft.com/office/drawing/2014/main" id="{CEFFA0B7-239A-3A2A-3E28-EC1519631C6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34564" y="3230712"/>
            <a:ext cx="324902" cy="324902"/>
          </a:xfrm>
          <a:prstGeom prst="rect">
            <a:avLst/>
          </a:prstGeom>
        </p:spPr>
      </p:pic>
      <p:sp>
        <p:nvSpPr>
          <p:cNvPr id="28" name="Rectangle 27">
            <a:extLst>
              <a:ext uri="{FF2B5EF4-FFF2-40B4-BE49-F238E27FC236}">
                <a16:creationId xmlns:a16="http://schemas.microsoft.com/office/drawing/2014/main" id="{240DDEC7-C99D-380F-9705-3B8176545816}"/>
              </a:ext>
            </a:extLst>
          </p:cNvPr>
          <p:cNvSpPr>
            <a:spLocks noChangeArrowheads="1"/>
          </p:cNvSpPr>
          <p:nvPr/>
        </p:nvSpPr>
        <p:spPr bwMode="auto">
          <a:xfrm>
            <a:off x="1597607" y="2272020"/>
            <a:ext cx="37338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Simulation and real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sensor</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Edge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gateway</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for</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processing</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OPC UA-</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based</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communication</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dashboard</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de-DE" altLang="de-DE"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visualization</a:t>
            </a:r>
            <a:r>
              <a:rPr kumimoji="0" lang="de-DE" altLang="de-DE"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graphicFrame>
        <p:nvGraphicFramePr>
          <p:cNvPr id="29" name="Diagram 28">
            <a:extLst>
              <a:ext uri="{FF2B5EF4-FFF2-40B4-BE49-F238E27FC236}">
                <a16:creationId xmlns:a16="http://schemas.microsoft.com/office/drawing/2014/main" id="{39802D1C-B932-F04F-F151-9C7F4D6BF4BF}"/>
              </a:ext>
            </a:extLst>
          </p:cNvPr>
          <p:cNvGraphicFramePr/>
          <p:nvPr>
            <p:extLst>
              <p:ext uri="{D42A27DB-BD31-4B8C-83A1-F6EECF244321}">
                <p14:modId xmlns:p14="http://schemas.microsoft.com/office/powerpoint/2010/main" val="3250154670"/>
              </p:ext>
            </p:extLst>
          </p:nvPr>
        </p:nvGraphicFramePr>
        <p:xfrm>
          <a:off x="2070022" y="4721965"/>
          <a:ext cx="7850038" cy="147732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0" name="Date Placeholder 29">
            <a:extLst>
              <a:ext uri="{FF2B5EF4-FFF2-40B4-BE49-F238E27FC236}">
                <a16:creationId xmlns:a16="http://schemas.microsoft.com/office/drawing/2014/main" id="{CE76A3D4-0127-5617-DA62-F38557078F1E}"/>
              </a:ext>
            </a:extLst>
          </p:cNvPr>
          <p:cNvSpPr>
            <a:spLocks noGrp="1"/>
          </p:cNvSpPr>
          <p:nvPr>
            <p:ph type="dt" sz="half" idx="2"/>
          </p:nvPr>
        </p:nvSpPr>
        <p:spPr/>
        <p:txBody>
          <a:bodyPr/>
          <a:lstStyle/>
          <a:p>
            <a:fld id="{64645BD0-6086-41B0-A390-96FE076E49F5}" type="datetime1">
              <a:rPr lang="de-DE" smtClean="0"/>
              <a:t>09.06.2026</a:t>
            </a:fld>
            <a:endParaRPr lang="de-DE"/>
          </a:p>
        </p:txBody>
      </p:sp>
      <p:sp>
        <p:nvSpPr>
          <p:cNvPr id="31" name="Footer Placeholder 30">
            <a:extLst>
              <a:ext uri="{FF2B5EF4-FFF2-40B4-BE49-F238E27FC236}">
                <a16:creationId xmlns:a16="http://schemas.microsoft.com/office/drawing/2014/main" id="{AA466232-1A59-E779-1BF2-7C5836C4B914}"/>
              </a:ext>
            </a:extLst>
          </p:cNvPr>
          <p:cNvSpPr>
            <a:spLocks noGrp="1"/>
          </p:cNvSpPr>
          <p:nvPr>
            <p:ph type="ftr" sz="quarter" idx="3"/>
          </p:nvPr>
        </p:nvSpPr>
        <p:spPr/>
        <p:txBody>
          <a:bodyPr/>
          <a:lstStyle/>
          <a:p>
            <a:r>
              <a:rPr lang="de-DE"/>
              <a:t>ELE-Industrial Communication System</a:t>
            </a:r>
          </a:p>
        </p:txBody>
      </p:sp>
      <p:sp>
        <p:nvSpPr>
          <p:cNvPr id="32" name="Slide Number Placeholder 31">
            <a:extLst>
              <a:ext uri="{FF2B5EF4-FFF2-40B4-BE49-F238E27FC236}">
                <a16:creationId xmlns:a16="http://schemas.microsoft.com/office/drawing/2014/main" id="{08611A7A-5EE7-C824-AFAC-C0136A4C5899}"/>
              </a:ext>
            </a:extLst>
          </p:cNvPr>
          <p:cNvSpPr>
            <a:spLocks noGrp="1"/>
          </p:cNvSpPr>
          <p:nvPr>
            <p:ph type="sldNum" sz="quarter" idx="4"/>
          </p:nvPr>
        </p:nvSpPr>
        <p:spPr/>
        <p:txBody>
          <a:bodyPr/>
          <a:lstStyle/>
          <a:p>
            <a:fld id="{427882D2-76ED-40F5-9AA8-D6B4E564DC54}" type="slidenum">
              <a:rPr lang="de-DE" smtClean="0"/>
              <a:t>3</a:t>
            </a:fld>
            <a:endParaRPr lang="de-DE"/>
          </a:p>
        </p:txBody>
      </p:sp>
    </p:spTree>
    <p:extLst>
      <p:ext uri="{BB962C8B-B14F-4D97-AF65-F5344CB8AC3E}">
        <p14:creationId xmlns:p14="http://schemas.microsoft.com/office/powerpoint/2010/main" val="1834860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4">
            <a:extLst>
              <a:ext uri="{FF2B5EF4-FFF2-40B4-BE49-F238E27FC236}">
                <a16:creationId xmlns:a16="http://schemas.microsoft.com/office/drawing/2014/main" id="{6956CEAA-52C3-C8AF-ED1D-B4A3F0924D3D}"/>
              </a:ext>
            </a:extLst>
          </p:cNvPr>
          <p:cNvSpPr/>
          <p:nvPr/>
        </p:nvSpPr>
        <p:spPr>
          <a:xfrm>
            <a:off x="170253" y="918972"/>
            <a:ext cx="2194560" cy="777240"/>
          </a:xfrm>
          <a:prstGeom prst="roundRect">
            <a:avLst/>
          </a:prstGeom>
          <a:solidFill>
            <a:srgbClr val="F1EFE8"/>
          </a:solidFill>
          <a:ln w="9525">
            <a:solidFill>
              <a:srgbClr val="5F5E5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b="1" dirty="0" err="1">
                <a:solidFill>
                  <a:srgbClr val="2C2C2A"/>
                </a:solidFill>
                <a:latin typeface="Times New Roman" panose="02020603050405020304" pitchFamily="18" charset="0"/>
                <a:cs typeface="Times New Roman" panose="02020603050405020304" pitchFamily="18" charset="0"/>
              </a:rPr>
              <a:t>UaExpert</a:t>
            </a:r>
            <a:endParaRPr b="1" dirty="0">
              <a:solidFill>
                <a:srgbClr val="2C2C2A"/>
              </a:solidFill>
              <a:latin typeface="Times New Roman" panose="02020603050405020304" pitchFamily="18" charset="0"/>
              <a:cs typeface="Times New Roman" panose="02020603050405020304" pitchFamily="18" charset="0"/>
            </a:endParaRPr>
          </a:p>
          <a:p>
            <a:pPr algn="ctr"/>
            <a:r>
              <a:rPr b="0" dirty="0">
                <a:solidFill>
                  <a:srgbClr val="5F5E5A"/>
                </a:solidFill>
                <a:latin typeface="Times New Roman" panose="02020603050405020304" pitchFamily="18" charset="0"/>
                <a:cs typeface="Times New Roman" panose="02020603050405020304" pitchFamily="18" charset="0"/>
              </a:rPr>
              <a:t>Verify </a:t>
            </a:r>
            <a:r>
              <a:rPr b="0" dirty="0" err="1">
                <a:solidFill>
                  <a:srgbClr val="5F5E5A"/>
                </a:solidFill>
                <a:latin typeface="Times New Roman" panose="02020603050405020304" pitchFamily="18" charset="0"/>
                <a:cs typeface="Times New Roman" panose="02020603050405020304" pitchFamily="18" charset="0"/>
              </a:rPr>
              <a:t>NodeIds</a:t>
            </a:r>
            <a:r>
              <a:rPr b="0" dirty="0">
                <a:solidFill>
                  <a:srgbClr val="5F5E5A"/>
                </a:solidFill>
                <a:latin typeface="Times New Roman" panose="02020603050405020304" pitchFamily="18" charset="0"/>
                <a:cs typeface="Times New Roman" panose="02020603050405020304" pitchFamily="18" charset="0"/>
              </a:rPr>
              <a:t> offline</a:t>
            </a:r>
          </a:p>
        </p:txBody>
      </p:sp>
      <p:cxnSp>
        <p:nvCxnSpPr>
          <p:cNvPr id="11" name="Connector 5">
            <a:extLst>
              <a:ext uri="{FF2B5EF4-FFF2-40B4-BE49-F238E27FC236}">
                <a16:creationId xmlns:a16="http://schemas.microsoft.com/office/drawing/2014/main" id="{AC925534-D3D9-D0EE-F83E-E83CBC04955E}"/>
              </a:ext>
            </a:extLst>
          </p:cNvPr>
          <p:cNvCxnSpPr>
            <a:cxnSpLocks/>
            <a:stCxn id="10" idx="2"/>
            <a:endCxn id="15" idx="0"/>
          </p:cNvCxnSpPr>
          <p:nvPr/>
        </p:nvCxnSpPr>
        <p:spPr>
          <a:xfrm>
            <a:off x="1267533" y="1696212"/>
            <a:ext cx="0" cy="938118"/>
          </a:xfrm>
          <a:prstGeom prst="line">
            <a:avLst/>
          </a:prstGeom>
          <a:ln w="19050">
            <a:solidFill>
              <a:srgbClr val="639922"/>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6">
            <a:extLst>
              <a:ext uri="{FF2B5EF4-FFF2-40B4-BE49-F238E27FC236}">
                <a16:creationId xmlns:a16="http://schemas.microsoft.com/office/drawing/2014/main" id="{05424916-B318-72F6-692F-6774AD4DFAF1}"/>
              </a:ext>
            </a:extLst>
          </p:cNvPr>
          <p:cNvSpPr txBox="1"/>
          <p:nvPr/>
        </p:nvSpPr>
        <p:spPr>
          <a:xfrm>
            <a:off x="2028444" y="1807352"/>
            <a:ext cx="1737360" cy="830997"/>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639922"/>
                </a:solidFill>
                <a:latin typeface="Times New Roman" panose="02020603050405020304" pitchFamily="18" charset="0"/>
                <a:cs typeface="Times New Roman" panose="02020603050405020304" pitchFamily="18" charset="0"/>
              </a:rPr>
              <a:t>OPC UA / UA TCP</a:t>
            </a:r>
          </a:p>
          <a:p>
            <a:pPr algn="ctr"/>
            <a:r>
              <a:rPr b="0" dirty="0">
                <a:solidFill>
                  <a:srgbClr val="639922"/>
                </a:solidFill>
                <a:latin typeface="Times New Roman" panose="02020603050405020304" pitchFamily="18" charset="0"/>
                <a:cs typeface="Times New Roman" panose="02020603050405020304" pitchFamily="18" charset="0"/>
              </a:rPr>
              <a:t>read at 1 Hz</a:t>
            </a:r>
          </a:p>
        </p:txBody>
      </p:sp>
      <p:sp>
        <p:nvSpPr>
          <p:cNvPr id="13" name="TextBox 7">
            <a:extLst>
              <a:ext uri="{FF2B5EF4-FFF2-40B4-BE49-F238E27FC236}">
                <a16:creationId xmlns:a16="http://schemas.microsoft.com/office/drawing/2014/main" id="{10043C4A-F7B8-B032-16CE-9F93402A19D9}"/>
              </a:ext>
            </a:extLst>
          </p:cNvPr>
          <p:cNvSpPr txBox="1"/>
          <p:nvPr/>
        </p:nvSpPr>
        <p:spPr>
          <a:xfrm>
            <a:off x="4939284" y="1837515"/>
            <a:ext cx="1737360" cy="553998"/>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BA7517"/>
                </a:solidFill>
                <a:latin typeface="Times New Roman" panose="02020603050405020304" pitchFamily="18" charset="0"/>
                <a:cs typeface="Times New Roman" panose="02020603050405020304" pitchFamily="18" charset="0"/>
              </a:rPr>
              <a:t>HTTP POST</a:t>
            </a:r>
          </a:p>
          <a:p>
            <a:pPr algn="ctr"/>
            <a:r>
              <a:rPr b="0" dirty="0">
                <a:solidFill>
                  <a:srgbClr val="BA7517"/>
                </a:solidFill>
                <a:latin typeface="Times New Roman" panose="02020603050405020304" pitchFamily="18" charset="0"/>
                <a:cs typeface="Times New Roman" panose="02020603050405020304" pitchFamily="18" charset="0"/>
              </a:rPr>
              <a:t>JSON payload</a:t>
            </a:r>
          </a:p>
        </p:txBody>
      </p:sp>
      <p:sp>
        <p:nvSpPr>
          <p:cNvPr id="14" name="TextBox 8">
            <a:extLst>
              <a:ext uri="{FF2B5EF4-FFF2-40B4-BE49-F238E27FC236}">
                <a16:creationId xmlns:a16="http://schemas.microsoft.com/office/drawing/2014/main" id="{EDBF0264-7A4D-3822-C6AE-B5B73484994B}"/>
              </a:ext>
            </a:extLst>
          </p:cNvPr>
          <p:cNvSpPr txBox="1"/>
          <p:nvPr/>
        </p:nvSpPr>
        <p:spPr>
          <a:xfrm>
            <a:off x="7764780" y="1875716"/>
            <a:ext cx="1737360" cy="553998"/>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err="1">
                <a:solidFill>
                  <a:srgbClr val="5F5E5A"/>
                </a:solidFill>
                <a:latin typeface="Times New Roman" panose="02020603050405020304" pitchFamily="18" charset="0"/>
                <a:cs typeface="Times New Roman" panose="02020603050405020304" pitchFamily="18" charset="0"/>
              </a:rPr>
              <a:t>msg.payload</a:t>
            </a:r>
            <a:endParaRPr b="1" dirty="0">
              <a:solidFill>
                <a:srgbClr val="5F5E5A"/>
              </a:solidFill>
              <a:latin typeface="Times New Roman" panose="02020603050405020304" pitchFamily="18" charset="0"/>
              <a:cs typeface="Times New Roman" panose="02020603050405020304" pitchFamily="18" charset="0"/>
            </a:endParaRPr>
          </a:p>
          <a:p>
            <a:pPr algn="ctr"/>
            <a:r>
              <a:rPr b="0" dirty="0">
                <a:solidFill>
                  <a:srgbClr val="5F5E5A"/>
                </a:solidFill>
                <a:latin typeface="Times New Roman" panose="02020603050405020304" pitchFamily="18" charset="0"/>
                <a:cs typeface="Times New Roman" panose="02020603050405020304" pitchFamily="18" charset="0"/>
              </a:rPr>
              <a:t>live values</a:t>
            </a:r>
          </a:p>
        </p:txBody>
      </p:sp>
      <p:sp>
        <p:nvSpPr>
          <p:cNvPr id="15" name="Rounded Rectangle 9">
            <a:extLst>
              <a:ext uri="{FF2B5EF4-FFF2-40B4-BE49-F238E27FC236}">
                <a16:creationId xmlns:a16="http://schemas.microsoft.com/office/drawing/2014/main" id="{A15564F3-3813-4C9E-A54D-E02EE391EAEB}"/>
              </a:ext>
            </a:extLst>
          </p:cNvPr>
          <p:cNvSpPr/>
          <p:nvPr/>
        </p:nvSpPr>
        <p:spPr>
          <a:xfrm>
            <a:off x="170253" y="2634330"/>
            <a:ext cx="2194560" cy="777240"/>
          </a:xfrm>
          <a:prstGeom prst="roundRect">
            <a:avLst/>
          </a:prstGeom>
          <a:solidFill>
            <a:srgbClr val="E1F5EE"/>
          </a:solidFill>
          <a:ln w="9525">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b="1" dirty="0" err="1">
                <a:solidFill>
                  <a:srgbClr val="04342C"/>
                </a:solidFill>
                <a:latin typeface="Times New Roman" panose="02020603050405020304" pitchFamily="18" charset="0"/>
                <a:cs typeface="Times New Roman" panose="02020603050405020304" pitchFamily="18" charset="0"/>
              </a:rPr>
              <a:t>Prosys</a:t>
            </a:r>
            <a:r>
              <a:rPr b="1" dirty="0">
                <a:solidFill>
                  <a:srgbClr val="04342C"/>
                </a:solidFill>
                <a:latin typeface="Times New Roman" panose="02020603050405020304" pitchFamily="18" charset="0"/>
                <a:cs typeface="Times New Roman" panose="02020603050405020304" pitchFamily="18" charset="0"/>
              </a:rPr>
              <a:t> OPC UA</a:t>
            </a:r>
          </a:p>
          <a:p>
            <a:pPr algn="ctr"/>
            <a:r>
              <a:rPr b="0" dirty="0">
                <a:solidFill>
                  <a:srgbClr val="0F6E56"/>
                </a:solidFill>
                <a:latin typeface="Times New Roman" panose="02020603050405020304" pitchFamily="18" charset="0"/>
                <a:cs typeface="Times New Roman" panose="02020603050405020304" pitchFamily="18" charset="0"/>
              </a:rPr>
              <a:t>Simulation server</a:t>
            </a:r>
          </a:p>
        </p:txBody>
      </p:sp>
      <p:sp>
        <p:nvSpPr>
          <p:cNvPr id="16" name="Rounded Rectangle 10">
            <a:extLst>
              <a:ext uri="{FF2B5EF4-FFF2-40B4-BE49-F238E27FC236}">
                <a16:creationId xmlns:a16="http://schemas.microsoft.com/office/drawing/2014/main" id="{EB65181E-88C6-E2B3-3FD2-0E845CF014DE}"/>
              </a:ext>
            </a:extLst>
          </p:cNvPr>
          <p:cNvSpPr/>
          <p:nvPr/>
        </p:nvSpPr>
        <p:spPr>
          <a:xfrm>
            <a:off x="3189514" y="2674832"/>
            <a:ext cx="2298410" cy="777240"/>
          </a:xfrm>
          <a:prstGeom prst="roundRect">
            <a:avLst/>
          </a:prstGeom>
          <a:solidFill>
            <a:srgbClr val="E6F1FB"/>
          </a:solidFill>
          <a:ln w="9525">
            <a:solidFill>
              <a:srgbClr val="185FA5"/>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b="1" dirty="0">
                <a:solidFill>
                  <a:srgbClr val="042C53"/>
                </a:solidFill>
                <a:latin typeface="Times New Roman" panose="02020603050405020304" pitchFamily="18" charset="0"/>
                <a:cs typeface="Times New Roman" panose="02020603050405020304" pitchFamily="18" charset="0"/>
              </a:rPr>
              <a:t>Python gateway</a:t>
            </a:r>
          </a:p>
          <a:p>
            <a:pPr algn="ctr"/>
            <a:r>
              <a:rPr b="0" dirty="0" err="1">
                <a:solidFill>
                  <a:srgbClr val="185FA5"/>
                </a:solidFill>
                <a:latin typeface="Times New Roman" panose="02020603050405020304" pitchFamily="18" charset="0"/>
                <a:cs typeface="Times New Roman" panose="02020603050405020304" pitchFamily="18" charset="0"/>
              </a:rPr>
              <a:t>asyncua</a:t>
            </a:r>
            <a:r>
              <a:rPr b="0" dirty="0">
                <a:solidFill>
                  <a:srgbClr val="185FA5"/>
                </a:solidFill>
                <a:latin typeface="Times New Roman" panose="02020603050405020304" pitchFamily="18" charset="0"/>
                <a:cs typeface="Times New Roman" panose="02020603050405020304" pitchFamily="18" charset="0"/>
              </a:rPr>
              <a:t> client @ 1 Hz</a:t>
            </a:r>
          </a:p>
        </p:txBody>
      </p:sp>
      <p:sp>
        <p:nvSpPr>
          <p:cNvPr id="17" name="Rounded Rectangle 11">
            <a:extLst>
              <a:ext uri="{FF2B5EF4-FFF2-40B4-BE49-F238E27FC236}">
                <a16:creationId xmlns:a16="http://schemas.microsoft.com/office/drawing/2014/main" id="{62A49BB4-7506-15AD-4798-BB2D01324942}"/>
              </a:ext>
            </a:extLst>
          </p:cNvPr>
          <p:cNvSpPr/>
          <p:nvPr/>
        </p:nvSpPr>
        <p:spPr>
          <a:xfrm>
            <a:off x="6128004" y="2674832"/>
            <a:ext cx="2194560" cy="777240"/>
          </a:xfrm>
          <a:prstGeom prst="roundRect">
            <a:avLst/>
          </a:prstGeom>
          <a:solidFill>
            <a:srgbClr val="E6F1FB"/>
          </a:solidFill>
          <a:ln w="9525">
            <a:solidFill>
              <a:srgbClr val="185FA5"/>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b="1" dirty="0">
                <a:solidFill>
                  <a:srgbClr val="042C53"/>
                </a:solidFill>
                <a:latin typeface="Times New Roman" panose="02020603050405020304" pitchFamily="18" charset="0"/>
                <a:cs typeface="Times New Roman" panose="02020603050405020304" pitchFamily="18" charset="0"/>
              </a:rPr>
              <a:t>Node-RED</a:t>
            </a:r>
          </a:p>
          <a:p>
            <a:pPr algn="ctr"/>
            <a:r>
              <a:rPr b="0" dirty="0">
                <a:solidFill>
                  <a:srgbClr val="185FA5"/>
                </a:solidFill>
                <a:latin typeface="Times New Roman" panose="02020603050405020304" pitchFamily="18" charset="0"/>
                <a:cs typeface="Times New Roman" panose="02020603050405020304" pitchFamily="18" charset="0"/>
              </a:rPr>
              <a:t>Parse + route JSON</a:t>
            </a:r>
          </a:p>
        </p:txBody>
      </p:sp>
      <p:sp>
        <p:nvSpPr>
          <p:cNvPr id="18" name="Rounded Rectangle 12">
            <a:extLst>
              <a:ext uri="{FF2B5EF4-FFF2-40B4-BE49-F238E27FC236}">
                <a16:creationId xmlns:a16="http://schemas.microsoft.com/office/drawing/2014/main" id="{9D3C1599-23C4-DC3C-CFF3-17F8E13A2301}"/>
              </a:ext>
            </a:extLst>
          </p:cNvPr>
          <p:cNvSpPr/>
          <p:nvPr/>
        </p:nvSpPr>
        <p:spPr>
          <a:xfrm>
            <a:off x="8962644" y="2674832"/>
            <a:ext cx="2194560" cy="777240"/>
          </a:xfrm>
          <a:prstGeom prst="roundRect">
            <a:avLst/>
          </a:prstGeom>
          <a:solidFill>
            <a:srgbClr val="E6F1FB"/>
          </a:solidFill>
          <a:ln w="9525">
            <a:solidFill>
              <a:srgbClr val="185FA5"/>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b="1" dirty="0">
                <a:solidFill>
                  <a:srgbClr val="042C53"/>
                </a:solidFill>
                <a:latin typeface="Times New Roman" panose="02020603050405020304" pitchFamily="18" charset="0"/>
                <a:cs typeface="Times New Roman" panose="02020603050405020304" pitchFamily="18" charset="0"/>
              </a:rPr>
              <a:t>Dashboard / HMI</a:t>
            </a:r>
          </a:p>
          <a:p>
            <a:pPr algn="ctr"/>
            <a:r>
              <a:rPr b="0" dirty="0">
                <a:solidFill>
                  <a:srgbClr val="185FA5"/>
                </a:solidFill>
                <a:latin typeface="Times New Roman" panose="02020603050405020304" pitchFamily="18" charset="0"/>
                <a:cs typeface="Times New Roman" panose="02020603050405020304" pitchFamily="18" charset="0"/>
              </a:rPr>
              <a:t>Gauges + charts</a:t>
            </a:r>
          </a:p>
        </p:txBody>
      </p:sp>
      <p:cxnSp>
        <p:nvCxnSpPr>
          <p:cNvPr id="19" name="Connector 13">
            <a:extLst>
              <a:ext uri="{FF2B5EF4-FFF2-40B4-BE49-F238E27FC236}">
                <a16:creationId xmlns:a16="http://schemas.microsoft.com/office/drawing/2014/main" id="{938D7C17-AECE-8135-9478-1A1A5CC8CAC5}"/>
              </a:ext>
            </a:extLst>
          </p:cNvPr>
          <p:cNvCxnSpPr>
            <a:cxnSpLocks/>
          </p:cNvCxnSpPr>
          <p:nvPr/>
        </p:nvCxnSpPr>
        <p:spPr>
          <a:xfrm>
            <a:off x="2364813" y="3063452"/>
            <a:ext cx="824701" cy="0"/>
          </a:xfrm>
          <a:prstGeom prst="line">
            <a:avLst/>
          </a:prstGeom>
          <a:ln w="28575">
            <a:solidFill>
              <a:srgbClr val="63992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4">
            <a:extLst>
              <a:ext uri="{FF2B5EF4-FFF2-40B4-BE49-F238E27FC236}">
                <a16:creationId xmlns:a16="http://schemas.microsoft.com/office/drawing/2014/main" id="{F6F39A8B-11BE-0D83-4C95-2EB3A21A95A0}"/>
              </a:ext>
            </a:extLst>
          </p:cNvPr>
          <p:cNvCxnSpPr>
            <a:cxnSpLocks/>
          </p:cNvCxnSpPr>
          <p:nvPr/>
        </p:nvCxnSpPr>
        <p:spPr>
          <a:xfrm>
            <a:off x="5487924" y="3063452"/>
            <a:ext cx="621792" cy="0"/>
          </a:xfrm>
          <a:prstGeom prst="line">
            <a:avLst/>
          </a:prstGeom>
          <a:ln w="28575">
            <a:solidFill>
              <a:srgbClr val="BA751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15">
            <a:extLst>
              <a:ext uri="{FF2B5EF4-FFF2-40B4-BE49-F238E27FC236}">
                <a16:creationId xmlns:a16="http://schemas.microsoft.com/office/drawing/2014/main" id="{A7B2E249-0087-B8B5-52F1-F259484F6D91}"/>
              </a:ext>
            </a:extLst>
          </p:cNvPr>
          <p:cNvCxnSpPr>
            <a:cxnSpLocks/>
          </p:cNvCxnSpPr>
          <p:nvPr/>
        </p:nvCxnSpPr>
        <p:spPr>
          <a:xfrm>
            <a:off x="8322564" y="3063452"/>
            <a:ext cx="621792" cy="0"/>
          </a:xfrm>
          <a:prstGeom prst="line">
            <a:avLst/>
          </a:prstGeom>
          <a:ln w="28575">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16">
            <a:extLst>
              <a:ext uri="{FF2B5EF4-FFF2-40B4-BE49-F238E27FC236}">
                <a16:creationId xmlns:a16="http://schemas.microsoft.com/office/drawing/2014/main" id="{0A86ADCF-50B1-2793-9F09-AF18D7D258C2}"/>
              </a:ext>
            </a:extLst>
          </p:cNvPr>
          <p:cNvCxnSpPr>
            <a:cxnSpLocks/>
          </p:cNvCxnSpPr>
          <p:nvPr/>
        </p:nvCxnSpPr>
        <p:spPr>
          <a:xfrm>
            <a:off x="1267533" y="3411570"/>
            <a:ext cx="0" cy="610688"/>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17">
            <a:extLst>
              <a:ext uri="{FF2B5EF4-FFF2-40B4-BE49-F238E27FC236}">
                <a16:creationId xmlns:a16="http://schemas.microsoft.com/office/drawing/2014/main" id="{78276864-C533-D2D6-BF52-5CA56BE37BBA}"/>
              </a:ext>
            </a:extLst>
          </p:cNvPr>
          <p:cNvSpPr txBox="1"/>
          <p:nvPr/>
        </p:nvSpPr>
        <p:spPr>
          <a:xfrm>
            <a:off x="1376283" y="3614473"/>
            <a:ext cx="1554480" cy="274320"/>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0" dirty="0">
                <a:solidFill>
                  <a:srgbClr val="5F5E5A"/>
                </a:solidFill>
                <a:latin typeface="Times New Roman" panose="02020603050405020304" pitchFamily="18" charset="0"/>
                <a:cs typeface="Times New Roman" panose="02020603050405020304" pitchFamily="18" charset="0"/>
              </a:rPr>
              <a:t>exposes nodes</a:t>
            </a:r>
          </a:p>
        </p:txBody>
      </p:sp>
      <p:sp>
        <p:nvSpPr>
          <p:cNvPr id="24" name="Rounded Rectangle 18">
            <a:extLst>
              <a:ext uri="{FF2B5EF4-FFF2-40B4-BE49-F238E27FC236}">
                <a16:creationId xmlns:a16="http://schemas.microsoft.com/office/drawing/2014/main" id="{BDA5A4B0-AFCB-F063-BC88-167F5D121E6B}"/>
              </a:ext>
            </a:extLst>
          </p:cNvPr>
          <p:cNvSpPr/>
          <p:nvPr/>
        </p:nvSpPr>
        <p:spPr>
          <a:xfrm>
            <a:off x="192568" y="4022258"/>
            <a:ext cx="2763447" cy="1303015"/>
          </a:xfrm>
          <a:prstGeom prst="roundRect">
            <a:avLst/>
          </a:prstGeom>
          <a:solidFill>
            <a:srgbClr val="E1F5EE"/>
          </a:solidFill>
          <a:ln w="9525">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l"/>
            <a:r>
              <a:rPr b="1" dirty="0">
                <a:solidFill>
                  <a:srgbClr val="04342C"/>
                </a:solidFill>
                <a:latin typeface="Times New Roman" panose="02020603050405020304" pitchFamily="18" charset="0"/>
                <a:cs typeface="Times New Roman" panose="02020603050405020304" pitchFamily="18" charset="0"/>
              </a:rPr>
              <a:t>OPC UA address space</a:t>
            </a:r>
          </a:p>
          <a:p>
            <a:pPr algn="l"/>
            <a:r>
              <a:rPr b="0" dirty="0">
                <a:solidFill>
                  <a:srgbClr val="0F6E56"/>
                </a:solidFill>
                <a:latin typeface="Times New Roman" panose="02020603050405020304" pitchFamily="18" charset="0"/>
                <a:cs typeface="Times New Roman" panose="02020603050405020304" pitchFamily="18" charset="0"/>
              </a:rPr>
              <a:t>Counter = ns=3;i=1002</a:t>
            </a:r>
          </a:p>
          <a:p>
            <a:pPr algn="l"/>
            <a:r>
              <a:rPr b="0" dirty="0">
                <a:solidFill>
                  <a:srgbClr val="0F6E56"/>
                </a:solidFill>
                <a:latin typeface="Times New Roman" panose="02020603050405020304" pitchFamily="18" charset="0"/>
                <a:cs typeface="Times New Roman" panose="02020603050405020304" pitchFamily="18" charset="0"/>
              </a:rPr>
              <a:t>Sinusoid = ns=3;i=1004</a:t>
            </a:r>
          </a:p>
          <a:p>
            <a:pPr algn="l"/>
            <a:r>
              <a:rPr b="0" dirty="0">
                <a:solidFill>
                  <a:srgbClr val="0F6E56"/>
                </a:solidFill>
                <a:latin typeface="Times New Roman" panose="02020603050405020304" pitchFamily="18" charset="0"/>
                <a:cs typeface="Times New Roman" panose="02020603050405020304" pitchFamily="18" charset="0"/>
              </a:rPr>
              <a:t>Triangle = ns=3;i=1006</a:t>
            </a:r>
          </a:p>
        </p:txBody>
      </p:sp>
      <p:cxnSp>
        <p:nvCxnSpPr>
          <p:cNvPr id="25" name="Connector 19">
            <a:extLst>
              <a:ext uri="{FF2B5EF4-FFF2-40B4-BE49-F238E27FC236}">
                <a16:creationId xmlns:a16="http://schemas.microsoft.com/office/drawing/2014/main" id="{338188EA-95E4-4811-84BC-CC4ED1E8198D}"/>
              </a:ext>
            </a:extLst>
          </p:cNvPr>
          <p:cNvCxnSpPr>
            <a:cxnSpLocks/>
          </p:cNvCxnSpPr>
          <p:nvPr/>
        </p:nvCxnSpPr>
        <p:spPr>
          <a:xfrm>
            <a:off x="5807964" y="3148927"/>
            <a:ext cx="0" cy="696337"/>
          </a:xfrm>
          <a:prstGeom prst="line">
            <a:avLst/>
          </a:prstGeom>
          <a:ln w="12700">
            <a:solidFill>
              <a:srgbClr val="888780"/>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Rounded Rectangle 20">
            <a:extLst>
              <a:ext uri="{FF2B5EF4-FFF2-40B4-BE49-F238E27FC236}">
                <a16:creationId xmlns:a16="http://schemas.microsoft.com/office/drawing/2014/main" id="{FF529C83-1DFB-ACAD-05BD-CE8BEAFC9E72}"/>
              </a:ext>
            </a:extLst>
          </p:cNvPr>
          <p:cNvSpPr/>
          <p:nvPr/>
        </p:nvSpPr>
        <p:spPr>
          <a:xfrm>
            <a:off x="5030724" y="3863554"/>
            <a:ext cx="1691023" cy="409925"/>
          </a:xfrm>
          <a:prstGeom prst="roundRect">
            <a:avLst/>
          </a:prstGeom>
          <a:solidFill>
            <a:srgbClr val="FAEEDA"/>
          </a:solidFill>
          <a:ln w="9525">
            <a:solidFill>
              <a:srgbClr val="854F0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t"/>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l"/>
            <a:r>
              <a:rPr b="1" dirty="0">
                <a:solidFill>
                  <a:srgbClr val="412402"/>
                </a:solidFill>
                <a:latin typeface="Times New Roman" panose="02020603050405020304" pitchFamily="18" charset="0"/>
                <a:cs typeface="Times New Roman" panose="02020603050405020304" pitchFamily="18" charset="0"/>
              </a:rPr>
              <a:t>JSON payload</a:t>
            </a:r>
          </a:p>
        </p:txBody>
      </p:sp>
      <p:cxnSp>
        <p:nvCxnSpPr>
          <p:cNvPr id="27" name="Connector 21">
            <a:extLst>
              <a:ext uri="{FF2B5EF4-FFF2-40B4-BE49-F238E27FC236}">
                <a16:creationId xmlns:a16="http://schemas.microsoft.com/office/drawing/2014/main" id="{32D60C27-52FA-7DCF-E4A3-06A383D9440D}"/>
              </a:ext>
            </a:extLst>
          </p:cNvPr>
          <p:cNvCxnSpPr>
            <a:cxnSpLocks/>
          </p:cNvCxnSpPr>
          <p:nvPr/>
        </p:nvCxnSpPr>
        <p:spPr>
          <a:xfrm>
            <a:off x="452520" y="5595898"/>
            <a:ext cx="411480" cy="0"/>
          </a:xfrm>
          <a:prstGeom prst="line">
            <a:avLst/>
          </a:prstGeom>
          <a:ln w="38100">
            <a:solidFill>
              <a:srgbClr val="639922"/>
            </a:solidFill>
          </a:ln>
          <a:effectLst/>
        </p:spPr>
        <p:style>
          <a:lnRef idx="2">
            <a:schemeClr val="accent1"/>
          </a:lnRef>
          <a:fillRef idx="0">
            <a:schemeClr val="accent1"/>
          </a:fillRef>
          <a:effectRef idx="1">
            <a:schemeClr val="accent1"/>
          </a:effectRef>
          <a:fontRef idx="minor">
            <a:schemeClr val="tx1"/>
          </a:fontRef>
        </p:style>
      </p:cxnSp>
      <p:sp>
        <p:nvSpPr>
          <p:cNvPr id="28" name="TextBox 22">
            <a:extLst>
              <a:ext uri="{FF2B5EF4-FFF2-40B4-BE49-F238E27FC236}">
                <a16:creationId xmlns:a16="http://schemas.microsoft.com/office/drawing/2014/main" id="{296BA7AC-59CB-AF15-49F7-1A9BF05AAA52}"/>
              </a:ext>
            </a:extLst>
          </p:cNvPr>
          <p:cNvSpPr txBox="1"/>
          <p:nvPr/>
        </p:nvSpPr>
        <p:spPr>
          <a:xfrm>
            <a:off x="952500" y="5449817"/>
            <a:ext cx="4023360" cy="274320"/>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639922"/>
                </a:solidFill>
                <a:latin typeface="Times New Roman" panose="02020603050405020304" pitchFamily="18" charset="0"/>
                <a:cs typeface="Times New Roman" panose="02020603050405020304" pitchFamily="18" charset="0"/>
              </a:rPr>
              <a:t>OPC UA / UA TCP — acquisition</a:t>
            </a:r>
          </a:p>
        </p:txBody>
      </p:sp>
      <p:cxnSp>
        <p:nvCxnSpPr>
          <p:cNvPr id="29" name="Connector 23">
            <a:extLst>
              <a:ext uri="{FF2B5EF4-FFF2-40B4-BE49-F238E27FC236}">
                <a16:creationId xmlns:a16="http://schemas.microsoft.com/office/drawing/2014/main" id="{AB3FCC9B-D01A-0167-CA56-E8FDE170494E}"/>
              </a:ext>
            </a:extLst>
          </p:cNvPr>
          <p:cNvCxnSpPr>
            <a:cxnSpLocks/>
          </p:cNvCxnSpPr>
          <p:nvPr/>
        </p:nvCxnSpPr>
        <p:spPr>
          <a:xfrm>
            <a:off x="4939284" y="5555192"/>
            <a:ext cx="411480" cy="0"/>
          </a:xfrm>
          <a:prstGeom prst="line">
            <a:avLst/>
          </a:prstGeom>
          <a:ln w="38100">
            <a:solidFill>
              <a:srgbClr val="BA7517"/>
            </a:solidFill>
          </a:ln>
          <a:effectLst/>
        </p:spPr>
        <p:style>
          <a:lnRef idx="2">
            <a:schemeClr val="accent1"/>
          </a:lnRef>
          <a:fillRef idx="0">
            <a:schemeClr val="accent1"/>
          </a:fillRef>
          <a:effectRef idx="1">
            <a:schemeClr val="accent1"/>
          </a:effectRef>
          <a:fontRef idx="minor">
            <a:schemeClr val="tx1"/>
          </a:fontRef>
        </p:style>
      </p:cxnSp>
      <p:sp>
        <p:nvSpPr>
          <p:cNvPr id="30" name="TextBox 24">
            <a:extLst>
              <a:ext uri="{FF2B5EF4-FFF2-40B4-BE49-F238E27FC236}">
                <a16:creationId xmlns:a16="http://schemas.microsoft.com/office/drawing/2014/main" id="{F37D85AF-DDB0-CD13-A4E2-D80F5CFC8EBE}"/>
              </a:ext>
            </a:extLst>
          </p:cNvPr>
          <p:cNvSpPr txBox="1"/>
          <p:nvPr/>
        </p:nvSpPr>
        <p:spPr>
          <a:xfrm>
            <a:off x="5442204" y="5418032"/>
            <a:ext cx="4023360" cy="274320"/>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BA7517"/>
                </a:solidFill>
                <a:latin typeface="Times New Roman" panose="02020603050405020304" pitchFamily="18" charset="0"/>
                <a:cs typeface="Times New Roman" panose="02020603050405020304" pitchFamily="18" charset="0"/>
              </a:rPr>
              <a:t>HTTP / JSON — forwarding</a:t>
            </a:r>
          </a:p>
        </p:txBody>
      </p:sp>
      <p:sp>
        <p:nvSpPr>
          <p:cNvPr id="31" name="TextBox 25">
            <a:extLst>
              <a:ext uri="{FF2B5EF4-FFF2-40B4-BE49-F238E27FC236}">
                <a16:creationId xmlns:a16="http://schemas.microsoft.com/office/drawing/2014/main" id="{7ED88A20-0A24-2688-7B28-C36E06B85700}"/>
              </a:ext>
            </a:extLst>
          </p:cNvPr>
          <p:cNvSpPr txBox="1"/>
          <p:nvPr/>
        </p:nvSpPr>
        <p:spPr>
          <a:xfrm>
            <a:off x="458724" y="5983408"/>
            <a:ext cx="10972800" cy="276999"/>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0" dirty="0">
                <a:solidFill>
                  <a:srgbClr val="5F5E5A"/>
                </a:solidFill>
                <a:latin typeface="Times New Roman" panose="02020603050405020304" pitchFamily="18" charset="0"/>
                <a:cs typeface="Times New Roman" panose="02020603050405020304" pitchFamily="18" charset="0"/>
              </a:rPr>
              <a:t>OPC UA = structured machine-data acquisition.    HTTP/JSON = forwarding clean values to the dashboard.</a:t>
            </a:r>
          </a:p>
        </p:txBody>
      </p:sp>
      <p:sp>
        <p:nvSpPr>
          <p:cNvPr id="39" name="TextBox 38">
            <a:extLst>
              <a:ext uri="{FF2B5EF4-FFF2-40B4-BE49-F238E27FC236}">
                <a16:creationId xmlns:a16="http://schemas.microsoft.com/office/drawing/2014/main" id="{E274D721-C900-3469-16CA-59DF28CAEB9B}"/>
              </a:ext>
            </a:extLst>
          </p:cNvPr>
          <p:cNvSpPr txBox="1"/>
          <p:nvPr/>
        </p:nvSpPr>
        <p:spPr>
          <a:xfrm>
            <a:off x="435428" y="0"/>
            <a:ext cx="8527215" cy="646331"/>
          </a:xfrm>
          <a:prstGeom prst="rect">
            <a:avLst/>
          </a:prstGeom>
          <a:noFill/>
        </p:spPr>
        <p:txBody>
          <a:bodyPr wrap="square">
            <a:spAutoFit/>
          </a:bodyPr>
          <a:lstStyle/>
          <a:p>
            <a:r>
              <a:rPr lang="de-DE" sz="3600" b="1" dirty="0">
                <a:latin typeface="Times New Roman" panose="02020603050405020304" pitchFamily="18" charset="0"/>
                <a:cs typeface="Times New Roman" panose="02020603050405020304" pitchFamily="18" charset="0"/>
              </a:rPr>
              <a:t>System Architecture &amp; Implementation</a:t>
            </a:r>
          </a:p>
        </p:txBody>
      </p:sp>
      <p:sp>
        <p:nvSpPr>
          <p:cNvPr id="52" name="Date Placeholder 51">
            <a:extLst>
              <a:ext uri="{FF2B5EF4-FFF2-40B4-BE49-F238E27FC236}">
                <a16:creationId xmlns:a16="http://schemas.microsoft.com/office/drawing/2014/main" id="{370D26BE-D3A3-D134-561B-0C823A672261}"/>
              </a:ext>
            </a:extLst>
          </p:cNvPr>
          <p:cNvSpPr>
            <a:spLocks noGrp="1"/>
          </p:cNvSpPr>
          <p:nvPr>
            <p:ph type="dt" sz="half" idx="2"/>
          </p:nvPr>
        </p:nvSpPr>
        <p:spPr/>
        <p:txBody>
          <a:bodyPr/>
          <a:lstStyle/>
          <a:p>
            <a:fld id="{C4555882-9847-4204-98E7-10903C3AFBEB}" type="datetime1">
              <a:rPr lang="de-DE" smtClean="0"/>
              <a:t>09.06.2026</a:t>
            </a:fld>
            <a:endParaRPr lang="de-DE"/>
          </a:p>
        </p:txBody>
      </p:sp>
      <p:sp>
        <p:nvSpPr>
          <p:cNvPr id="53" name="Footer Placeholder 52">
            <a:extLst>
              <a:ext uri="{FF2B5EF4-FFF2-40B4-BE49-F238E27FC236}">
                <a16:creationId xmlns:a16="http://schemas.microsoft.com/office/drawing/2014/main" id="{5E1B6327-B4B9-4BE5-F2C7-19503F4C00C6}"/>
              </a:ext>
            </a:extLst>
          </p:cNvPr>
          <p:cNvSpPr>
            <a:spLocks noGrp="1"/>
          </p:cNvSpPr>
          <p:nvPr>
            <p:ph type="ftr" sz="quarter" idx="3"/>
          </p:nvPr>
        </p:nvSpPr>
        <p:spPr/>
        <p:txBody>
          <a:bodyPr/>
          <a:lstStyle/>
          <a:p>
            <a:r>
              <a:rPr lang="de-DE"/>
              <a:t>ELE-Industrial Communication System</a:t>
            </a:r>
          </a:p>
        </p:txBody>
      </p:sp>
      <p:sp>
        <p:nvSpPr>
          <p:cNvPr id="54" name="Slide Number Placeholder 53">
            <a:extLst>
              <a:ext uri="{FF2B5EF4-FFF2-40B4-BE49-F238E27FC236}">
                <a16:creationId xmlns:a16="http://schemas.microsoft.com/office/drawing/2014/main" id="{1106EC04-BD4B-EA16-B0BF-3EC25A287BC2}"/>
              </a:ext>
            </a:extLst>
          </p:cNvPr>
          <p:cNvSpPr>
            <a:spLocks noGrp="1"/>
          </p:cNvSpPr>
          <p:nvPr>
            <p:ph type="sldNum" sz="quarter" idx="4"/>
          </p:nvPr>
        </p:nvSpPr>
        <p:spPr/>
        <p:txBody>
          <a:bodyPr/>
          <a:lstStyle/>
          <a:p>
            <a:fld id="{427882D2-76ED-40F5-9AA8-D6B4E564DC54}" type="slidenum">
              <a:rPr lang="de-DE" smtClean="0"/>
              <a:t>4</a:t>
            </a:fld>
            <a:endParaRPr lang="de-DE"/>
          </a:p>
        </p:txBody>
      </p:sp>
    </p:spTree>
    <p:extLst>
      <p:ext uri="{BB962C8B-B14F-4D97-AF65-F5344CB8AC3E}">
        <p14:creationId xmlns:p14="http://schemas.microsoft.com/office/powerpoint/2010/main" val="4176366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EDC1AE-EFD5-2FD9-BCE9-08D982D77F6A}"/>
              </a:ext>
            </a:extLst>
          </p:cNvPr>
          <p:cNvSpPr txBox="1"/>
          <p:nvPr/>
        </p:nvSpPr>
        <p:spPr>
          <a:xfrm>
            <a:off x="435429" y="0"/>
            <a:ext cx="6961414" cy="646331"/>
          </a:xfrm>
          <a:prstGeom prst="rect">
            <a:avLst/>
          </a:prstGeom>
          <a:noFill/>
        </p:spPr>
        <p:txBody>
          <a:bodyPr wrap="square">
            <a:spAutoFit/>
          </a:bodyPr>
          <a:lstStyle/>
          <a:p>
            <a:r>
              <a:rPr lang="de-DE" sz="3600" b="1" dirty="0">
                <a:latin typeface="Times New Roman" panose="02020603050405020304" pitchFamily="18" charset="0"/>
                <a:cs typeface="Times New Roman" panose="02020603050405020304" pitchFamily="18" charset="0"/>
              </a:rPr>
              <a:t>System </a:t>
            </a:r>
            <a:r>
              <a:rPr lang="de-DE" sz="3600" b="1" dirty="0" err="1">
                <a:latin typeface="Times New Roman" panose="02020603050405020304" pitchFamily="18" charset="0"/>
                <a:cs typeface="Times New Roman" panose="02020603050405020304" pitchFamily="18" charset="0"/>
              </a:rPr>
              <a:t>Verification</a:t>
            </a:r>
            <a:endParaRPr lang="de-DE" sz="3600" b="1" dirty="0">
              <a:latin typeface="Times New Roman" panose="02020603050405020304" pitchFamily="18" charset="0"/>
              <a:cs typeface="Times New Roman" panose="02020603050405020304" pitchFamily="18" charset="0"/>
            </a:endParaRPr>
          </a:p>
        </p:txBody>
      </p:sp>
      <p:pic>
        <p:nvPicPr>
          <p:cNvPr id="8" name="Picture 7" descr="The image shows a data table in the UaExpert software, displaying attributes and values for different nodes, such as SimulationServer, with attributes like Node ID, Node Path, Display Name, Value, Datatype, Source Timestamp, and StatusCode.&#10;&#10;AI-generated content may be incorrect.">
            <a:extLst>
              <a:ext uri="{FF2B5EF4-FFF2-40B4-BE49-F238E27FC236}">
                <a16:creationId xmlns:a16="http://schemas.microsoft.com/office/drawing/2014/main" id="{A28A88BB-AC82-5B15-DB72-EEF519042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1400" y="1400459"/>
            <a:ext cx="5513615" cy="3801311"/>
          </a:xfrm>
          <a:prstGeom prst="rect">
            <a:avLst/>
          </a:prstGeom>
        </p:spPr>
      </p:pic>
      <p:pic>
        <p:nvPicPr>
          <p:cNvPr id="9" name="Picture 8" descr="The image is a screenshot of the S Prosys OPC UA Simulation Server interface, displaying server status, connection details, and various options for extensions and playback.&#10;&#10;AI-generated content may be incorrect.">
            <a:extLst>
              <a:ext uri="{FF2B5EF4-FFF2-40B4-BE49-F238E27FC236}">
                <a16:creationId xmlns:a16="http://schemas.microsoft.com/office/drawing/2014/main" id="{CD1066DE-00D5-94C6-FEBE-060542D315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00458"/>
            <a:ext cx="5029629" cy="4667913"/>
          </a:xfrm>
          <a:prstGeom prst="rect">
            <a:avLst/>
          </a:prstGeom>
        </p:spPr>
      </p:pic>
      <p:sp>
        <p:nvSpPr>
          <p:cNvPr id="11" name="TextBox 10">
            <a:extLst>
              <a:ext uri="{FF2B5EF4-FFF2-40B4-BE49-F238E27FC236}">
                <a16:creationId xmlns:a16="http://schemas.microsoft.com/office/drawing/2014/main" id="{E252FA26-E4BE-21F1-07D6-D9893FA390DA}"/>
              </a:ext>
            </a:extLst>
          </p:cNvPr>
          <p:cNvSpPr txBox="1"/>
          <p:nvPr/>
        </p:nvSpPr>
        <p:spPr>
          <a:xfrm>
            <a:off x="5073172" y="779609"/>
            <a:ext cx="5470072" cy="461665"/>
          </a:xfrm>
          <a:prstGeom prst="rect">
            <a:avLst/>
          </a:prstGeom>
          <a:noFill/>
        </p:spPr>
        <p:txBody>
          <a:bodyPr wrap="square">
            <a:spAutoFit/>
          </a:bodyPr>
          <a:lstStyle/>
          <a:p>
            <a:r>
              <a:rPr lang="de-DE" sz="2400" dirty="0" err="1">
                <a:latin typeface="Times New Roman" panose="02020603050405020304" pitchFamily="18" charset="0"/>
                <a:cs typeface="Times New Roman" panose="02020603050405020304" pitchFamily="18" charset="0"/>
              </a:rPr>
              <a:t>UaExpert</a:t>
            </a:r>
            <a:r>
              <a:rPr lang="de-DE" sz="2400" dirty="0">
                <a:latin typeface="Times New Roman" panose="02020603050405020304" pitchFamily="18" charset="0"/>
                <a:cs typeface="Times New Roman" panose="02020603050405020304" pitchFamily="18" charset="0"/>
              </a:rPr>
              <a:t>: OPC UA </a:t>
            </a:r>
            <a:r>
              <a:rPr lang="de-DE" sz="2400" dirty="0" err="1">
                <a:latin typeface="Times New Roman" panose="02020603050405020304" pitchFamily="18" charset="0"/>
                <a:cs typeface="Times New Roman" panose="02020603050405020304" pitchFamily="18" charset="0"/>
              </a:rPr>
              <a:t>client</a:t>
            </a:r>
            <a:r>
              <a:rPr lang="de-DE" sz="2400" dirty="0">
                <a:latin typeface="Times New Roman" panose="02020603050405020304" pitchFamily="18" charset="0"/>
                <a:cs typeface="Times New Roman" panose="02020603050405020304" pitchFamily="18" charset="0"/>
              </a:rPr>
              <a:t> </a:t>
            </a:r>
            <a:r>
              <a:rPr lang="de-DE" sz="2400" dirty="0" err="1">
                <a:latin typeface="Times New Roman" panose="02020603050405020304" pitchFamily="18" charset="0"/>
                <a:cs typeface="Times New Roman" panose="02020603050405020304" pitchFamily="18" charset="0"/>
              </a:rPr>
              <a:t>for</a:t>
            </a:r>
            <a:r>
              <a:rPr lang="de-DE" sz="2400" dirty="0">
                <a:latin typeface="Times New Roman" panose="02020603050405020304" pitchFamily="18" charset="0"/>
                <a:cs typeface="Times New Roman" panose="02020603050405020304" pitchFamily="18" charset="0"/>
              </a:rPr>
              <a:t> </a:t>
            </a:r>
            <a:r>
              <a:rPr lang="de-DE" sz="2400" dirty="0" err="1">
                <a:latin typeface="Times New Roman" panose="02020603050405020304" pitchFamily="18" charset="0"/>
                <a:cs typeface="Times New Roman" panose="02020603050405020304" pitchFamily="18" charset="0"/>
              </a:rPr>
              <a:t>verification</a:t>
            </a:r>
            <a:endParaRPr lang="de-DE"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1852E7AC-19E5-9B0B-54FC-3633FA8BCD02}"/>
              </a:ext>
            </a:extLst>
          </p:cNvPr>
          <p:cNvSpPr txBox="1"/>
          <p:nvPr/>
        </p:nvSpPr>
        <p:spPr>
          <a:xfrm>
            <a:off x="96890" y="789629"/>
            <a:ext cx="4735285" cy="461665"/>
          </a:xfrm>
          <a:prstGeom prst="rect">
            <a:avLst/>
          </a:prstGeom>
          <a:noFill/>
        </p:spPr>
        <p:txBody>
          <a:bodyPr wrap="square">
            <a:spAutoFit/>
          </a:bodyPr>
          <a:lstStyle/>
          <a:p>
            <a:r>
              <a:rPr lang="de-DE" sz="2400" dirty="0" err="1">
                <a:latin typeface="Times New Roman" panose="02020603050405020304" pitchFamily="18" charset="0"/>
                <a:cs typeface="Times New Roman" panose="02020603050405020304" pitchFamily="18" charset="0"/>
              </a:rPr>
              <a:t>Prosy</a:t>
            </a:r>
            <a:r>
              <a:rPr lang="de-DE" sz="2400" dirty="0">
                <a:latin typeface="Times New Roman" panose="02020603050405020304" pitchFamily="18" charset="0"/>
                <a:cs typeface="Times New Roman" panose="02020603050405020304" pitchFamily="18" charset="0"/>
              </a:rPr>
              <a:t>: </a:t>
            </a:r>
            <a:r>
              <a:rPr lang="de-DE" sz="2400" dirty="0" err="1">
                <a:latin typeface="Times New Roman" panose="02020603050405020304" pitchFamily="18" charset="0"/>
                <a:cs typeface="Times New Roman" panose="02020603050405020304" pitchFamily="18" charset="0"/>
              </a:rPr>
              <a:t>Simulated</a:t>
            </a:r>
            <a:r>
              <a:rPr lang="de-DE" sz="2400" dirty="0">
                <a:latin typeface="Times New Roman" panose="02020603050405020304" pitchFamily="18" charset="0"/>
                <a:cs typeface="Times New Roman" panose="02020603050405020304" pitchFamily="18" charset="0"/>
              </a:rPr>
              <a:t> </a:t>
            </a:r>
            <a:r>
              <a:rPr lang="de-DE" sz="2400" dirty="0" err="1">
                <a:latin typeface="Times New Roman" panose="02020603050405020304" pitchFamily="18" charset="0"/>
                <a:cs typeface="Times New Roman" panose="02020603050405020304" pitchFamily="18" charset="0"/>
              </a:rPr>
              <a:t>industrial</a:t>
            </a:r>
            <a:r>
              <a:rPr lang="de-DE" sz="2400" dirty="0">
                <a:latin typeface="Times New Roman" panose="02020603050405020304" pitchFamily="18" charset="0"/>
                <a:cs typeface="Times New Roman" panose="02020603050405020304" pitchFamily="18" charset="0"/>
              </a:rPr>
              <a:t> </a:t>
            </a:r>
            <a:r>
              <a:rPr lang="de-DE" sz="2400" dirty="0" err="1">
                <a:latin typeface="Times New Roman" panose="02020603050405020304" pitchFamily="18" charset="0"/>
                <a:cs typeface="Times New Roman" panose="02020603050405020304" pitchFamily="18" charset="0"/>
              </a:rPr>
              <a:t>machine</a:t>
            </a:r>
            <a:endParaRPr lang="de-DE" sz="2400" dirty="0">
              <a:latin typeface="Times New Roman" panose="02020603050405020304" pitchFamily="18" charset="0"/>
              <a:cs typeface="Times New Roman" panose="02020603050405020304" pitchFamily="18" charset="0"/>
            </a:endParaRPr>
          </a:p>
        </p:txBody>
      </p:sp>
      <p:sp>
        <p:nvSpPr>
          <p:cNvPr id="16" name="Arrow: Right 15">
            <a:extLst>
              <a:ext uri="{FF2B5EF4-FFF2-40B4-BE49-F238E27FC236}">
                <a16:creationId xmlns:a16="http://schemas.microsoft.com/office/drawing/2014/main" id="{6AD8A2CE-32E3-FA07-C2BA-F24D970973A6}"/>
              </a:ext>
            </a:extLst>
          </p:cNvPr>
          <p:cNvSpPr/>
          <p:nvPr/>
        </p:nvSpPr>
        <p:spPr>
          <a:xfrm>
            <a:off x="5851082" y="2929086"/>
            <a:ext cx="1216932" cy="372028"/>
          </a:xfrm>
          <a:prstGeom prst="rightArrow">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 name="Rectangle 16">
            <a:extLst>
              <a:ext uri="{FF2B5EF4-FFF2-40B4-BE49-F238E27FC236}">
                <a16:creationId xmlns:a16="http://schemas.microsoft.com/office/drawing/2014/main" id="{11F7951E-96AE-CEDE-5754-412F8AFF62C8}"/>
              </a:ext>
            </a:extLst>
          </p:cNvPr>
          <p:cNvSpPr/>
          <p:nvPr/>
        </p:nvSpPr>
        <p:spPr>
          <a:xfrm>
            <a:off x="5202562" y="2782725"/>
            <a:ext cx="597506" cy="899605"/>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3" name="Picture 22" descr="The image shows a text display with server subscription details and successful creation of monitored elements.&#10;&#10;AI-generated content may be incorrect.">
            <a:extLst>
              <a:ext uri="{FF2B5EF4-FFF2-40B4-BE49-F238E27FC236}">
                <a16:creationId xmlns:a16="http://schemas.microsoft.com/office/drawing/2014/main" id="{F621CC31-14E2-DBE3-7B03-C2912C322273}"/>
              </a:ext>
            </a:extLst>
          </p:cNvPr>
          <p:cNvPicPr>
            <a:picLocks noChangeAspect="1"/>
          </p:cNvPicPr>
          <p:nvPr/>
        </p:nvPicPr>
        <p:blipFill>
          <a:blip r:embed="rId4"/>
          <a:stretch>
            <a:fillRect/>
          </a:stretch>
        </p:blipFill>
        <p:spPr>
          <a:xfrm>
            <a:off x="5139589" y="5280961"/>
            <a:ext cx="6236411" cy="1026860"/>
          </a:xfrm>
          <a:prstGeom prst="rect">
            <a:avLst/>
          </a:prstGeom>
          <a:ln w="28575">
            <a:solidFill>
              <a:schemeClr val="accent6">
                <a:lumMod val="75000"/>
              </a:schemeClr>
            </a:solidFill>
          </a:ln>
        </p:spPr>
      </p:pic>
      <p:pic>
        <p:nvPicPr>
          <p:cNvPr id="25" name="Picture 24" descr="The image depicts a software interface with tabs for different signal types: Simulation, Constant, Counter, Random, Sawtooth, Sinusoid, Square, and Triangle, along with a display of waveforms for each type.&#10;&#10;AI-generated content may be incorrect.">
            <a:extLst>
              <a:ext uri="{FF2B5EF4-FFF2-40B4-BE49-F238E27FC236}">
                <a16:creationId xmlns:a16="http://schemas.microsoft.com/office/drawing/2014/main" id="{75B25439-208E-4F72-2E64-2C810BF6F557}"/>
              </a:ext>
            </a:extLst>
          </p:cNvPr>
          <p:cNvPicPr>
            <a:picLocks noChangeAspect="1"/>
          </p:cNvPicPr>
          <p:nvPr/>
        </p:nvPicPr>
        <p:blipFill>
          <a:blip r:embed="rId5"/>
          <a:stretch>
            <a:fillRect/>
          </a:stretch>
        </p:blipFill>
        <p:spPr>
          <a:xfrm>
            <a:off x="7119029" y="1995402"/>
            <a:ext cx="1378356" cy="2119223"/>
          </a:xfrm>
          <a:prstGeom prst="rect">
            <a:avLst/>
          </a:prstGeom>
          <a:ln w="38100">
            <a:solidFill>
              <a:srgbClr val="C00000"/>
            </a:solidFill>
          </a:ln>
        </p:spPr>
      </p:pic>
      <p:sp>
        <p:nvSpPr>
          <p:cNvPr id="26" name="Rectangle 25">
            <a:extLst>
              <a:ext uri="{FF2B5EF4-FFF2-40B4-BE49-F238E27FC236}">
                <a16:creationId xmlns:a16="http://schemas.microsoft.com/office/drawing/2014/main" id="{68CCC035-EF0B-57DC-F2A2-CB0FEB4682DA}"/>
              </a:ext>
            </a:extLst>
          </p:cNvPr>
          <p:cNvSpPr/>
          <p:nvPr/>
        </p:nvSpPr>
        <p:spPr>
          <a:xfrm>
            <a:off x="5051400" y="4755799"/>
            <a:ext cx="3858256" cy="445971"/>
          </a:xfrm>
          <a:prstGeom prst="rect">
            <a:avLst/>
          </a:prstGeom>
          <a:noFill/>
          <a:ln w="381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7" name="Arrow: Bent 26">
            <a:extLst>
              <a:ext uri="{FF2B5EF4-FFF2-40B4-BE49-F238E27FC236}">
                <a16:creationId xmlns:a16="http://schemas.microsoft.com/office/drawing/2014/main" id="{A16F15F3-DAE9-0B55-BD40-8214B943EFB8}"/>
              </a:ext>
            </a:extLst>
          </p:cNvPr>
          <p:cNvSpPr/>
          <p:nvPr/>
        </p:nvSpPr>
        <p:spPr>
          <a:xfrm rot="5400000">
            <a:off x="9126074" y="4623091"/>
            <a:ext cx="484899" cy="737622"/>
          </a:xfrm>
          <a:prstGeom prst="ben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28" name="Date Placeholder 27">
            <a:extLst>
              <a:ext uri="{FF2B5EF4-FFF2-40B4-BE49-F238E27FC236}">
                <a16:creationId xmlns:a16="http://schemas.microsoft.com/office/drawing/2014/main" id="{52E45EED-DE1A-3001-8F08-0E36D581684A}"/>
              </a:ext>
            </a:extLst>
          </p:cNvPr>
          <p:cNvSpPr>
            <a:spLocks noGrp="1"/>
          </p:cNvSpPr>
          <p:nvPr>
            <p:ph type="dt" sz="half" idx="2"/>
          </p:nvPr>
        </p:nvSpPr>
        <p:spPr/>
        <p:txBody>
          <a:bodyPr/>
          <a:lstStyle/>
          <a:p>
            <a:fld id="{3F733776-ED42-4E46-85B2-1D80791F8AA8}" type="datetime1">
              <a:rPr lang="de-DE" smtClean="0"/>
              <a:t>09.06.2026</a:t>
            </a:fld>
            <a:endParaRPr lang="de-DE"/>
          </a:p>
        </p:txBody>
      </p:sp>
      <p:sp>
        <p:nvSpPr>
          <p:cNvPr id="29" name="Footer Placeholder 28">
            <a:extLst>
              <a:ext uri="{FF2B5EF4-FFF2-40B4-BE49-F238E27FC236}">
                <a16:creationId xmlns:a16="http://schemas.microsoft.com/office/drawing/2014/main" id="{FCC004DA-B37F-2843-5FAA-442AF5819214}"/>
              </a:ext>
            </a:extLst>
          </p:cNvPr>
          <p:cNvSpPr>
            <a:spLocks noGrp="1"/>
          </p:cNvSpPr>
          <p:nvPr>
            <p:ph type="ftr" sz="quarter" idx="3"/>
          </p:nvPr>
        </p:nvSpPr>
        <p:spPr/>
        <p:txBody>
          <a:bodyPr/>
          <a:lstStyle/>
          <a:p>
            <a:r>
              <a:rPr lang="de-DE"/>
              <a:t>ELE-Industrial Communication System</a:t>
            </a:r>
          </a:p>
        </p:txBody>
      </p:sp>
      <p:sp>
        <p:nvSpPr>
          <p:cNvPr id="30" name="Slide Number Placeholder 29">
            <a:extLst>
              <a:ext uri="{FF2B5EF4-FFF2-40B4-BE49-F238E27FC236}">
                <a16:creationId xmlns:a16="http://schemas.microsoft.com/office/drawing/2014/main" id="{C712C255-74D5-9F6D-E992-3F224B85997B}"/>
              </a:ext>
            </a:extLst>
          </p:cNvPr>
          <p:cNvSpPr>
            <a:spLocks noGrp="1"/>
          </p:cNvSpPr>
          <p:nvPr>
            <p:ph type="sldNum" sz="quarter" idx="4"/>
          </p:nvPr>
        </p:nvSpPr>
        <p:spPr/>
        <p:txBody>
          <a:bodyPr/>
          <a:lstStyle/>
          <a:p>
            <a:fld id="{427882D2-76ED-40F5-9AA8-D6B4E564DC54}" type="slidenum">
              <a:rPr lang="de-DE" smtClean="0"/>
              <a:t>5</a:t>
            </a:fld>
            <a:endParaRPr lang="de-DE"/>
          </a:p>
        </p:txBody>
      </p:sp>
    </p:spTree>
    <p:extLst>
      <p:ext uri="{BB962C8B-B14F-4D97-AF65-F5344CB8AC3E}">
        <p14:creationId xmlns:p14="http://schemas.microsoft.com/office/powerpoint/2010/main" val="721866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D84A007-22CF-66ED-7C0B-F01AB021F925}"/>
              </a:ext>
            </a:extLst>
          </p:cNvPr>
          <p:cNvSpPr txBox="1"/>
          <p:nvPr/>
        </p:nvSpPr>
        <p:spPr>
          <a:xfrm>
            <a:off x="435429" y="0"/>
            <a:ext cx="7434942" cy="646331"/>
          </a:xfrm>
          <a:prstGeom prst="rect">
            <a:avLst/>
          </a:prstGeom>
          <a:noFill/>
        </p:spPr>
        <p:txBody>
          <a:bodyPr wrap="square">
            <a:spAutoFit/>
          </a:bodyPr>
          <a:lstStyle/>
          <a:p>
            <a:r>
              <a:rPr lang="de-DE" sz="3600" b="1" dirty="0" err="1">
                <a:latin typeface="Times New Roman" panose="02020603050405020304" pitchFamily="18" charset="0"/>
                <a:cs typeface="Times New Roman" panose="02020603050405020304" pitchFamily="18" charset="0"/>
              </a:rPr>
              <a:t>Results</a:t>
            </a:r>
            <a:r>
              <a:rPr lang="de-DE" sz="3600" b="1" dirty="0">
                <a:latin typeface="Times New Roman" panose="02020603050405020304" pitchFamily="18" charset="0"/>
                <a:cs typeface="Times New Roman" panose="02020603050405020304" pitchFamily="18" charset="0"/>
              </a:rPr>
              <a:t> &amp; Dashboard</a:t>
            </a:r>
          </a:p>
        </p:txBody>
      </p:sp>
      <p:pic>
        <p:nvPicPr>
          <p:cNvPr id="8" name="Picture 7" descr="The image is an OPC UA dashboard displaying a live counter reading of -2.6049383 units, accompanied by a sinusoidal waveform, and time stamps from 12:42 to 12:48.&#10;&#10;AI-generated content may be incorrect.">
            <a:extLst>
              <a:ext uri="{FF2B5EF4-FFF2-40B4-BE49-F238E27FC236}">
                <a16:creationId xmlns:a16="http://schemas.microsoft.com/office/drawing/2014/main" id="{4322BE62-7089-D718-DAD4-802D623910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43" y="668102"/>
            <a:ext cx="4901540" cy="4920712"/>
          </a:xfrm>
          <a:prstGeom prst="rect">
            <a:avLst/>
          </a:prstGeom>
        </p:spPr>
      </p:pic>
      <p:pic>
        <p:nvPicPr>
          <p:cNvPr id="11" name="Picture 10" descr="The diagram shows a triangle shape with the vertices labeled at 2, -1, and -2, with time markers from 12:42 to 12:50.&#10;&#10;AI-generated content may be incorrect.">
            <a:extLst>
              <a:ext uri="{FF2B5EF4-FFF2-40B4-BE49-F238E27FC236}">
                <a16:creationId xmlns:a16="http://schemas.microsoft.com/office/drawing/2014/main" id="{A5D51622-7C7D-BCED-78D9-5192AE229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812" y="640275"/>
            <a:ext cx="6331517" cy="3802765"/>
          </a:xfrm>
          <a:prstGeom prst="rect">
            <a:avLst/>
          </a:prstGeom>
        </p:spPr>
      </p:pic>
      <p:sp>
        <p:nvSpPr>
          <p:cNvPr id="13" name="TextBox 12">
            <a:extLst>
              <a:ext uri="{FF2B5EF4-FFF2-40B4-BE49-F238E27FC236}">
                <a16:creationId xmlns:a16="http://schemas.microsoft.com/office/drawing/2014/main" id="{8D34DE6B-6778-291A-7F76-0CFECCF98355}"/>
              </a:ext>
            </a:extLst>
          </p:cNvPr>
          <p:cNvSpPr txBox="1"/>
          <p:nvPr/>
        </p:nvSpPr>
        <p:spPr>
          <a:xfrm>
            <a:off x="2286400" y="5856149"/>
            <a:ext cx="8323062" cy="400110"/>
          </a:xfrm>
          <a:prstGeom prst="rect">
            <a:avLst/>
          </a:prstGeom>
          <a:noFill/>
        </p:spPr>
        <p:txBody>
          <a:bodyPr wrap="square">
            <a:spAutoFit/>
          </a:bodyPr>
          <a:lstStyle/>
          <a:p>
            <a:pPr>
              <a:buNone/>
            </a:pPr>
            <a:r>
              <a:rPr lang="de-DE" sz="2000" dirty="0" err="1">
                <a:latin typeface="Times New Roman" panose="02020603050405020304" pitchFamily="18" charset="0"/>
                <a:cs typeface="Times New Roman" panose="02020603050405020304" pitchFamily="18" charset="0"/>
              </a:rPr>
              <a:t>Prosys</a:t>
            </a:r>
            <a:r>
              <a:rPr lang="de-DE" sz="2000" dirty="0">
                <a:latin typeface="Times New Roman" panose="02020603050405020304" pitchFamily="18" charset="0"/>
                <a:cs typeface="Times New Roman" panose="02020603050405020304" pitchFamily="18" charset="0"/>
              </a:rPr>
              <a:t> OPC UA Server → Python Edge Gateway → Node-RED → Dashboard.</a:t>
            </a:r>
          </a:p>
        </p:txBody>
      </p:sp>
      <p:sp>
        <p:nvSpPr>
          <p:cNvPr id="14" name="Date Placeholder 13">
            <a:extLst>
              <a:ext uri="{FF2B5EF4-FFF2-40B4-BE49-F238E27FC236}">
                <a16:creationId xmlns:a16="http://schemas.microsoft.com/office/drawing/2014/main" id="{3DB4F82A-1887-F74F-4A90-A9357806E2B9}"/>
              </a:ext>
            </a:extLst>
          </p:cNvPr>
          <p:cNvSpPr>
            <a:spLocks noGrp="1"/>
          </p:cNvSpPr>
          <p:nvPr>
            <p:ph type="dt" sz="half" idx="2"/>
          </p:nvPr>
        </p:nvSpPr>
        <p:spPr/>
        <p:txBody>
          <a:bodyPr/>
          <a:lstStyle/>
          <a:p>
            <a:fld id="{2D8C0666-8832-4E5F-A5DC-CC4445FA68A2}" type="datetime1">
              <a:rPr lang="de-DE" smtClean="0"/>
              <a:t>09.06.2026</a:t>
            </a:fld>
            <a:endParaRPr lang="de-DE"/>
          </a:p>
        </p:txBody>
      </p:sp>
      <p:sp>
        <p:nvSpPr>
          <p:cNvPr id="15" name="Footer Placeholder 14">
            <a:extLst>
              <a:ext uri="{FF2B5EF4-FFF2-40B4-BE49-F238E27FC236}">
                <a16:creationId xmlns:a16="http://schemas.microsoft.com/office/drawing/2014/main" id="{17CCA856-443D-8A4C-E56B-14DC1CDA3B77}"/>
              </a:ext>
            </a:extLst>
          </p:cNvPr>
          <p:cNvSpPr>
            <a:spLocks noGrp="1"/>
          </p:cNvSpPr>
          <p:nvPr>
            <p:ph type="ftr" sz="quarter" idx="3"/>
          </p:nvPr>
        </p:nvSpPr>
        <p:spPr/>
        <p:txBody>
          <a:bodyPr/>
          <a:lstStyle/>
          <a:p>
            <a:r>
              <a:rPr lang="de-DE"/>
              <a:t>ELE-Industrial Communication System</a:t>
            </a:r>
          </a:p>
        </p:txBody>
      </p:sp>
      <p:sp>
        <p:nvSpPr>
          <p:cNvPr id="16" name="Slide Number Placeholder 15">
            <a:extLst>
              <a:ext uri="{FF2B5EF4-FFF2-40B4-BE49-F238E27FC236}">
                <a16:creationId xmlns:a16="http://schemas.microsoft.com/office/drawing/2014/main" id="{126A7E17-5DFB-B96E-DD39-15B221A2CA66}"/>
              </a:ext>
            </a:extLst>
          </p:cNvPr>
          <p:cNvSpPr>
            <a:spLocks noGrp="1"/>
          </p:cNvSpPr>
          <p:nvPr>
            <p:ph type="sldNum" sz="quarter" idx="4"/>
          </p:nvPr>
        </p:nvSpPr>
        <p:spPr/>
        <p:txBody>
          <a:bodyPr/>
          <a:lstStyle/>
          <a:p>
            <a:fld id="{427882D2-76ED-40F5-9AA8-D6B4E564DC54}" type="slidenum">
              <a:rPr lang="de-DE" smtClean="0"/>
              <a:t>6</a:t>
            </a:fld>
            <a:endParaRPr lang="de-DE"/>
          </a:p>
        </p:txBody>
      </p:sp>
    </p:spTree>
    <p:extLst>
      <p:ext uri="{BB962C8B-B14F-4D97-AF65-F5344CB8AC3E}">
        <p14:creationId xmlns:p14="http://schemas.microsoft.com/office/powerpoint/2010/main" val="327084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61D7F0A-A4B5-3B88-D22C-2C9037A0A465}"/>
              </a:ext>
            </a:extLst>
          </p:cNvPr>
          <p:cNvSpPr txBox="1"/>
          <p:nvPr/>
        </p:nvSpPr>
        <p:spPr>
          <a:xfrm>
            <a:off x="435429" y="0"/>
            <a:ext cx="7434942"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Hardware Level System Overview</a:t>
            </a:r>
            <a:endParaRPr lang="de-DE" sz="36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B4E828C-8FA3-9562-F4A9-681B96634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54818"/>
            <a:ext cx="11376000" cy="3296842"/>
          </a:xfrm>
          <a:prstGeom prst="rect">
            <a:avLst/>
          </a:prstGeom>
        </p:spPr>
      </p:pic>
      <p:sp>
        <p:nvSpPr>
          <p:cNvPr id="11" name="TextBox 10">
            <a:extLst>
              <a:ext uri="{FF2B5EF4-FFF2-40B4-BE49-F238E27FC236}">
                <a16:creationId xmlns:a16="http://schemas.microsoft.com/office/drawing/2014/main" id="{B43763FB-21D0-E1E6-570F-627E8753B7ED}"/>
              </a:ext>
            </a:extLst>
          </p:cNvPr>
          <p:cNvSpPr txBox="1"/>
          <p:nvPr/>
        </p:nvSpPr>
        <p:spPr>
          <a:xfrm>
            <a:off x="243840" y="1016000"/>
            <a:ext cx="2786340" cy="1323439"/>
          </a:xfrm>
          <a:prstGeom prst="rect">
            <a:avLst/>
          </a:prstGeom>
          <a:noFill/>
        </p:spPr>
        <p:txBody>
          <a:bodyPr wrap="non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Three sensor nodes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HTTP, MQTT, UDP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Raspberry Pi gateway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OPC UA to dashboard</a:t>
            </a:r>
          </a:p>
        </p:txBody>
      </p:sp>
      <p:sp>
        <p:nvSpPr>
          <p:cNvPr id="12" name="Date Placeholder 11">
            <a:extLst>
              <a:ext uri="{FF2B5EF4-FFF2-40B4-BE49-F238E27FC236}">
                <a16:creationId xmlns:a16="http://schemas.microsoft.com/office/drawing/2014/main" id="{78B4F6F5-B629-E020-0AE9-5C8A09A552BB}"/>
              </a:ext>
            </a:extLst>
          </p:cNvPr>
          <p:cNvSpPr>
            <a:spLocks noGrp="1"/>
          </p:cNvSpPr>
          <p:nvPr>
            <p:ph type="dt" sz="half" idx="2"/>
          </p:nvPr>
        </p:nvSpPr>
        <p:spPr/>
        <p:txBody>
          <a:bodyPr/>
          <a:lstStyle/>
          <a:p>
            <a:fld id="{8B193311-9F19-4A9F-9324-F6020C19E897}" type="datetime1">
              <a:rPr lang="de-DE" smtClean="0">
                <a:latin typeface="Times New Roman" panose="02020603050405020304" pitchFamily="18" charset="0"/>
                <a:cs typeface="Times New Roman" panose="02020603050405020304" pitchFamily="18" charset="0"/>
              </a:rPr>
              <a:t>09.06.2026</a:t>
            </a:fld>
            <a:endParaRPr lang="de-DE">
              <a:latin typeface="Times New Roman" panose="02020603050405020304" pitchFamily="18" charset="0"/>
              <a:cs typeface="Times New Roman" panose="02020603050405020304" pitchFamily="18" charset="0"/>
            </a:endParaRPr>
          </a:p>
        </p:txBody>
      </p:sp>
      <p:sp>
        <p:nvSpPr>
          <p:cNvPr id="13" name="Footer Placeholder 12">
            <a:extLst>
              <a:ext uri="{FF2B5EF4-FFF2-40B4-BE49-F238E27FC236}">
                <a16:creationId xmlns:a16="http://schemas.microsoft.com/office/drawing/2014/main" id="{07B464E8-92A1-8F01-506A-37745462988F}"/>
              </a:ext>
            </a:extLst>
          </p:cNvPr>
          <p:cNvSpPr>
            <a:spLocks noGrp="1"/>
          </p:cNvSpPr>
          <p:nvPr>
            <p:ph type="ftr" sz="quarter" idx="3"/>
          </p:nvPr>
        </p:nvSpPr>
        <p:spPr/>
        <p:txBody>
          <a:bodyPr/>
          <a:lstStyle/>
          <a:p>
            <a:r>
              <a:rPr lang="de-DE">
                <a:latin typeface="Times New Roman" panose="02020603050405020304" pitchFamily="18" charset="0"/>
                <a:cs typeface="Times New Roman" panose="02020603050405020304" pitchFamily="18" charset="0"/>
              </a:rPr>
              <a:t>ELE-Industrial Communication System</a:t>
            </a:r>
          </a:p>
        </p:txBody>
      </p:sp>
      <p:sp>
        <p:nvSpPr>
          <p:cNvPr id="14" name="Slide Number Placeholder 13">
            <a:extLst>
              <a:ext uri="{FF2B5EF4-FFF2-40B4-BE49-F238E27FC236}">
                <a16:creationId xmlns:a16="http://schemas.microsoft.com/office/drawing/2014/main" id="{488A5D60-BF60-8210-7CE1-7A1BA5FBD13A}"/>
              </a:ext>
            </a:extLst>
          </p:cNvPr>
          <p:cNvSpPr>
            <a:spLocks noGrp="1"/>
          </p:cNvSpPr>
          <p:nvPr>
            <p:ph type="sldNum" sz="quarter" idx="4"/>
          </p:nvPr>
        </p:nvSpPr>
        <p:spPr/>
        <p:txBody>
          <a:bodyPr/>
          <a:lstStyle/>
          <a:p>
            <a:fld id="{427882D2-76ED-40F5-9AA8-D6B4E564DC54}" type="slidenum">
              <a:rPr lang="de-DE" smtClean="0">
                <a:latin typeface="Times New Roman" panose="02020603050405020304" pitchFamily="18" charset="0"/>
                <a:cs typeface="Times New Roman" panose="02020603050405020304" pitchFamily="18" charset="0"/>
              </a:rPr>
              <a:t>7</a:t>
            </a:fld>
            <a:endParaRPr lang="de-D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450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0FC921D-AB77-4FFA-CCDE-9DA228C36CD7}"/>
              </a:ext>
            </a:extLst>
          </p:cNvPr>
          <p:cNvSpPr txBox="1"/>
          <p:nvPr/>
        </p:nvSpPr>
        <p:spPr>
          <a:xfrm>
            <a:off x="435429" y="0"/>
            <a:ext cx="7434942"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Gateway Processing</a:t>
            </a:r>
            <a:endParaRPr lang="de-DE" sz="36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3CC84E1-C1EF-88FA-A225-AEC8579FE8F9}"/>
              </a:ext>
            </a:extLst>
          </p:cNvPr>
          <p:cNvSpPr txBox="1"/>
          <p:nvPr/>
        </p:nvSpPr>
        <p:spPr>
          <a:xfrm>
            <a:off x="125644" y="890452"/>
            <a:ext cx="6040436" cy="1815882"/>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Raspberry Pi Receive sensor payloads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Decode JSON data</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Normalize values </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Update OPC UA nodes</a:t>
            </a:r>
          </a:p>
        </p:txBody>
      </p:sp>
      <p:pic>
        <p:nvPicPr>
          <p:cNvPr id="11" name="Picture 10">
            <a:extLst>
              <a:ext uri="{FF2B5EF4-FFF2-40B4-BE49-F238E27FC236}">
                <a16:creationId xmlns:a16="http://schemas.microsoft.com/office/drawing/2014/main" id="{BEFE4C15-5BA7-3800-18E1-250D28C0F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44" y="3542269"/>
            <a:ext cx="7434942" cy="1063541"/>
          </a:xfrm>
          <a:prstGeom prst="rect">
            <a:avLst/>
          </a:prstGeom>
        </p:spPr>
      </p:pic>
      <p:sp>
        <p:nvSpPr>
          <p:cNvPr id="12" name="TextBox 11">
            <a:extLst>
              <a:ext uri="{FF2B5EF4-FFF2-40B4-BE49-F238E27FC236}">
                <a16:creationId xmlns:a16="http://schemas.microsoft.com/office/drawing/2014/main" id="{C44B81FA-3293-DA62-8A80-A5F407D76DA3}"/>
              </a:ext>
            </a:extLst>
          </p:cNvPr>
          <p:cNvSpPr txBox="1"/>
          <p:nvPr/>
        </p:nvSpPr>
        <p:spPr>
          <a:xfrm>
            <a:off x="125644" y="3138103"/>
            <a:ext cx="106952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Example:</a:t>
            </a:r>
          </a:p>
        </p:txBody>
      </p:sp>
      <p:pic>
        <p:nvPicPr>
          <p:cNvPr id="13" name="Picture 12">
            <a:extLst>
              <a:ext uri="{FF2B5EF4-FFF2-40B4-BE49-F238E27FC236}">
                <a16:creationId xmlns:a16="http://schemas.microsoft.com/office/drawing/2014/main" id="{8464954F-337A-14F3-C9F8-9B9E86CF6E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6200" y="730366"/>
            <a:ext cx="3600236" cy="5184806"/>
          </a:xfrm>
          <a:prstGeom prst="rect">
            <a:avLst/>
          </a:prstGeom>
        </p:spPr>
      </p:pic>
      <p:sp>
        <p:nvSpPr>
          <p:cNvPr id="14" name="Date Placeholder 13">
            <a:extLst>
              <a:ext uri="{FF2B5EF4-FFF2-40B4-BE49-F238E27FC236}">
                <a16:creationId xmlns:a16="http://schemas.microsoft.com/office/drawing/2014/main" id="{B10826F5-1C41-2F8B-DE87-E061DE602D23}"/>
              </a:ext>
            </a:extLst>
          </p:cNvPr>
          <p:cNvSpPr>
            <a:spLocks noGrp="1"/>
          </p:cNvSpPr>
          <p:nvPr>
            <p:ph type="dt" sz="half" idx="2"/>
          </p:nvPr>
        </p:nvSpPr>
        <p:spPr/>
        <p:txBody>
          <a:bodyPr/>
          <a:lstStyle/>
          <a:p>
            <a:fld id="{82273994-21F4-4E6A-8695-304F6FA5349F}" type="datetime1">
              <a:rPr lang="de-DE" smtClean="0">
                <a:latin typeface="Times New Roman" panose="02020603050405020304" pitchFamily="18" charset="0"/>
                <a:cs typeface="Times New Roman" panose="02020603050405020304" pitchFamily="18" charset="0"/>
              </a:rPr>
              <a:t>09.06.2026</a:t>
            </a:fld>
            <a:endParaRPr lang="de-DE">
              <a:latin typeface="Times New Roman" panose="02020603050405020304" pitchFamily="18" charset="0"/>
              <a:cs typeface="Times New Roman" panose="02020603050405020304" pitchFamily="18" charset="0"/>
            </a:endParaRPr>
          </a:p>
        </p:txBody>
      </p:sp>
      <p:sp>
        <p:nvSpPr>
          <p:cNvPr id="15" name="Footer Placeholder 14">
            <a:extLst>
              <a:ext uri="{FF2B5EF4-FFF2-40B4-BE49-F238E27FC236}">
                <a16:creationId xmlns:a16="http://schemas.microsoft.com/office/drawing/2014/main" id="{874155BD-0D64-FFB5-4263-31990108E3C6}"/>
              </a:ext>
            </a:extLst>
          </p:cNvPr>
          <p:cNvSpPr>
            <a:spLocks noGrp="1"/>
          </p:cNvSpPr>
          <p:nvPr>
            <p:ph type="ftr" sz="quarter" idx="3"/>
          </p:nvPr>
        </p:nvSpPr>
        <p:spPr/>
        <p:txBody>
          <a:bodyPr/>
          <a:lstStyle/>
          <a:p>
            <a:r>
              <a:rPr lang="de-DE">
                <a:latin typeface="Times New Roman" panose="02020603050405020304" pitchFamily="18" charset="0"/>
                <a:cs typeface="Times New Roman" panose="02020603050405020304" pitchFamily="18" charset="0"/>
              </a:rPr>
              <a:t>ELE-Industrial Communication System</a:t>
            </a:r>
          </a:p>
        </p:txBody>
      </p:sp>
      <p:sp>
        <p:nvSpPr>
          <p:cNvPr id="16" name="Slide Number Placeholder 15">
            <a:extLst>
              <a:ext uri="{FF2B5EF4-FFF2-40B4-BE49-F238E27FC236}">
                <a16:creationId xmlns:a16="http://schemas.microsoft.com/office/drawing/2014/main" id="{0792B754-063A-AA3F-401F-C805FC9B5ACC}"/>
              </a:ext>
            </a:extLst>
          </p:cNvPr>
          <p:cNvSpPr>
            <a:spLocks noGrp="1"/>
          </p:cNvSpPr>
          <p:nvPr>
            <p:ph type="sldNum" sz="quarter" idx="4"/>
          </p:nvPr>
        </p:nvSpPr>
        <p:spPr/>
        <p:txBody>
          <a:bodyPr/>
          <a:lstStyle/>
          <a:p>
            <a:fld id="{427882D2-76ED-40F5-9AA8-D6B4E564DC54}" type="slidenum">
              <a:rPr lang="de-DE" smtClean="0">
                <a:latin typeface="Times New Roman" panose="02020603050405020304" pitchFamily="18" charset="0"/>
                <a:cs typeface="Times New Roman" panose="02020603050405020304" pitchFamily="18" charset="0"/>
              </a:rPr>
              <a:t>8</a:t>
            </a:fld>
            <a:endParaRPr lang="de-D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454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F5C3EBF-2B4F-AA80-DCE4-58414A7ACE6F}"/>
              </a:ext>
            </a:extLst>
          </p:cNvPr>
          <p:cNvSpPr txBox="1"/>
          <p:nvPr/>
        </p:nvSpPr>
        <p:spPr>
          <a:xfrm>
            <a:off x="435429" y="0"/>
            <a:ext cx="7434942"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Dashboard Visualization</a:t>
            </a:r>
            <a:endParaRPr lang="de-DE" sz="36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3241DD3-DA7F-4A88-CCDE-89359E5833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0160" y="1127536"/>
            <a:ext cx="8703828" cy="4602928"/>
          </a:xfrm>
          <a:prstGeom prst="rect">
            <a:avLst/>
          </a:prstGeom>
        </p:spPr>
      </p:pic>
      <p:pic>
        <p:nvPicPr>
          <p:cNvPr id="11" name="Picture 10">
            <a:extLst>
              <a:ext uri="{FF2B5EF4-FFF2-40B4-BE49-F238E27FC236}">
                <a16:creationId xmlns:a16="http://schemas.microsoft.com/office/drawing/2014/main" id="{C27B1D1B-2B6E-AF02-3B37-0758A4528B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154" y="799159"/>
            <a:ext cx="1965246" cy="5540829"/>
          </a:xfrm>
          <a:prstGeom prst="rect">
            <a:avLst/>
          </a:prstGeom>
        </p:spPr>
      </p:pic>
      <p:sp>
        <p:nvSpPr>
          <p:cNvPr id="12" name="Date Placeholder 11">
            <a:extLst>
              <a:ext uri="{FF2B5EF4-FFF2-40B4-BE49-F238E27FC236}">
                <a16:creationId xmlns:a16="http://schemas.microsoft.com/office/drawing/2014/main" id="{251D5768-FC4D-5DDD-34A8-95A3E4A1D8F1}"/>
              </a:ext>
            </a:extLst>
          </p:cNvPr>
          <p:cNvSpPr>
            <a:spLocks noGrp="1"/>
          </p:cNvSpPr>
          <p:nvPr>
            <p:ph type="dt" sz="half" idx="2"/>
          </p:nvPr>
        </p:nvSpPr>
        <p:spPr/>
        <p:txBody>
          <a:bodyPr/>
          <a:lstStyle/>
          <a:p>
            <a:fld id="{7074422B-ED49-4918-93B3-2C8BEF5A1299}" type="datetime1">
              <a:rPr lang="de-DE" smtClean="0"/>
              <a:t>09.06.2026</a:t>
            </a:fld>
            <a:endParaRPr lang="de-DE"/>
          </a:p>
        </p:txBody>
      </p:sp>
      <p:sp>
        <p:nvSpPr>
          <p:cNvPr id="13" name="Footer Placeholder 12">
            <a:extLst>
              <a:ext uri="{FF2B5EF4-FFF2-40B4-BE49-F238E27FC236}">
                <a16:creationId xmlns:a16="http://schemas.microsoft.com/office/drawing/2014/main" id="{C474648B-9EE4-FCA4-2D15-98941293E638}"/>
              </a:ext>
            </a:extLst>
          </p:cNvPr>
          <p:cNvSpPr>
            <a:spLocks noGrp="1"/>
          </p:cNvSpPr>
          <p:nvPr>
            <p:ph type="ftr" sz="quarter" idx="3"/>
          </p:nvPr>
        </p:nvSpPr>
        <p:spPr/>
        <p:txBody>
          <a:bodyPr/>
          <a:lstStyle/>
          <a:p>
            <a:r>
              <a:rPr lang="de-DE"/>
              <a:t>ELE-Industrial Communication System</a:t>
            </a:r>
          </a:p>
        </p:txBody>
      </p:sp>
      <p:sp>
        <p:nvSpPr>
          <p:cNvPr id="14" name="Slide Number Placeholder 13">
            <a:extLst>
              <a:ext uri="{FF2B5EF4-FFF2-40B4-BE49-F238E27FC236}">
                <a16:creationId xmlns:a16="http://schemas.microsoft.com/office/drawing/2014/main" id="{5E15FBE5-8377-1844-5AB6-49632A076816}"/>
              </a:ext>
            </a:extLst>
          </p:cNvPr>
          <p:cNvSpPr>
            <a:spLocks noGrp="1"/>
          </p:cNvSpPr>
          <p:nvPr>
            <p:ph type="sldNum" sz="quarter" idx="4"/>
          </p:nvPr>
        </p:nvSpPr>
        <p:spPr/>
        <p:txBody>
          <a:bodyPr/>
          <a:lstStyle/>
          <a:p>
            <a:fld id="{427882D2-76ED-40F5-9AA8-D6B4E564DC54}" type="slidenum">
              <a:rPr lang="de-DE" smtClean="0"/>
              <a:t>9</a:t>
            </a:fld>
            <a:endParaRPr lang="de-DE"/>
          </a:p>
        </p:txBody>
      </p:sp>
    </p:spTree>
    <p:extLst>
      <p:ext uri="{BB962C8B-B14F-4D97-AF65-F5344CB8AC3E}">
        <p14:creationId xmlns:p14="http://schemas.microsoft.com/office/powerpoint/2010/main" val="401406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FDD616F-F929-0A07-49B1-7B5E62ABD6A4}"/>
              </a:ext>
            </a:extLst>
          </p:cNvPr>
          <p:cNvSpPr txBox="1"/>
          <p:nvPr/>
        </p:nvSpPr>
        <p:spPr>
          <a:xfrm>
            <a:off x="331256" y="0"/>
            <a:ext cx="9957257" cy="646331"/>
          </a:xfrm>
          <a:prstGeom prst="rect">
            <a:avLst/>
          </a:prstGeom>
          <a:noFill/>
        </p:spPr>
        <p:txBody>
          <a:bodyPr wrap="square" lIns="91440" tIns="45720" rIns="91440" bIns="45720" anchor="t">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3600" b="1" dirty="0">
                <a:latin typeface="Times New Roman"/>
                <a:cs typeface="Times New Roman"/>
              </a:rPr>
              <a:t>System L​imitations &amp; Future Development </a:t>
            </a:r>
            <a:endParaRPr lang="en-GB" sz="3600" b="1" dirty="0">
              <a:latin typeface="Times New Roman" panose="02020603050405020304" pitchFamily="18" charset="0"/>
              <a:cs typeface="Times New Roman" panose="02020603050405020304" pitchFamily="18" charset="0"/>
            </a:endParaRPr>
          </a:p>
        </p:txBody>
      </p:sp>
      <p:sp>
        <p:nvSpPr>
          <p:cNvPr id="8" name="TextBox 6">
            <a:extLst>
              <a:ext uri="{FF2B5EF4-FFF2-40B4-BE49-F238E27FC236}">
                <a16:creationId xmlns:a16="http://schemas.microsoft.com/office/drawing/2014/main" id="{B25DF3FE-A61D-0431-3C5E-263971966833}"/>
              </a:ext>
            </a:extLst>
          </p:cNvPr>
          <p:cNvSpPr txBox="1"/>
          <p:nvPr/>
        </p:nvSpPr>
        <p:spPr>
          <a:xfrm>
            <a:off x="623446" y="1115455"/>
            <a:ext cx="9764490" cy="35394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Times New Roman"/>
                <a:ea typeface="Calibri"/>
                <a:cs typeface="Times New Roman"/>
              </a:rPr>
              <a:t>Limitations:</a:t>
            </a:r>
            <a:endParaRPr lang="en-US" dirty="0">
              <a:latin typeface="Times New Roman"/>
              <a:cs typeface="Times New Roman"/>
            </a:endParaRPr>
          </a:p>
          <a:p>
            <a:pPr marL="285750" indent="-285750">
              <a:buFont typeface="Arial"/>
              <a:buChar char="•"/>
            </a:pPr>
            <a:r>
              <a:rPr lang="en-US" sz="2800" dirty="0">
                <a:latin typeface="Times New Roman"/>
                <a:ea typeface="Calibri"/>
                <a:cs typeface="Times New Roman"/>
              </a:rPr>
              <a:t>Not yet tested with real factory machines. </a:t>
            </a:r>
          </a:p>
          <a:p>
            <a:pPr marL="285750" indent="-285750">
              <a:buFont typeface="Arial"/>
              <a:buChar char="•"/>
            </a:pPr>
            <a:r>
              <a:rPr lang="en-US" sz="2800" dirty="0">
                <a:latin typeface="Times New Roman"/>
                <a:ea typeface="Calibri"/>
                <a:cs typeface="Times New Roman"/>
              </a:rPr>
              <a:t>Data Storage system not added</a:t>
            </a:r>
            <a:endParaRPr lang="en-US" dirty="0">
              <a:latin typeface="Times New Roman"/>
              <a:cs typeface="Times New Roman"/>
            </a:endParaRPr>
          </a:p>
          <a:p>
            <a:pPr marL="285750" indent="-285750">
              <a:buFont typeface="Arial"/>
              <a:buChar char="•"/>
            </a:pPr>
            <a:r>
              <a:rPr lang="en-US" sz="2800" dirty="0">
                <a:latin typeface="Times New Roman"/>
                <a:ea typeface="Calibri"/>
                <a:cs typeface="Times New Roman"/>
              </a:rPr>
              <a:t>Wi-Fi or a sensor fails, the system needs better recovery.</a:t>
            </a:r>
            <a:endParaRPr lang="en-US" dirty="0">
              <a:latin typeface="Times New Roman"/>
              <a:cs typeface="Times New Roman"/>
            </a:endParaRPr>
          </a:p>
          <a:p>
            <a:pPr marL="285750" indent="-285750">
              <a:buFont typeface="Arial"/>
              <a:buChar char="•"/>
            </a:pPr>
            <a:endParaRPr lang="en-US" sz="2800" dirty="0">
              <a:latin typeface="Times New Roman"/>
              <a:ea typeface="Calibri"/>
              <a:cs typeface="Times New Roman"/>
            </a:endParaRPr>
          </a:p>
          <a:p>
            <a:r>
              <a:rPr lang="en-US" sz="2800" b="1" dirty="0">
                <a:latin typeface="Times New Roman"/>
                <a:ea typeface="Calibri"/>
                <a:cs typeface="Times New Roman"/>
              </a:rPr>
              <a:t>Future improvement:</a:t>
            </a:r>
            <a:endParaRPr lang="en-US" dirty="0">
              <a:latin typeface="Times New Roman"/>
              <a:cs typeface="Times New Roman"/>
            </a:endParaRPr>
          </a:p>
          <a:p>
            <a:pPr marL="285750" indent="-285750">
              <a:buFont typeface="Arial"/>
              <a:buChar char="•"/>
            </a:pPr>
            <a:r>
              <a:rPr lang="en-US" sz="2800" dirty="0">
                <a:latin typeface="Times New Roman"/>
                <a:ea typeface="Calibri"/>
                <a:cs typeface="Times New Roman"/>
              </a:rPr>
              <a:t>Store data in a database.</a:t>
            </a:r>
          </a:p>
          <a:p>
            <a:pPr marL="285750" indent="-285750">
              <a:buFont typeface="Arial"/>
              <a:buChar char="•"/>
            </a:pPr>
            <a:r>
              <a:rPr lang="en-US" sz="2800" dirty="0">
                <a:latin typeface="Times New Roman"/>
                <a:ea typeface="Calibri"/>
                <a:cs typeface="Times New Roman"/>
              </a:rPr>
              <a:t>Add auto-reconnect and error logging.</a:t>
            </a:r>
            <a:endParaRPr lang="en-US" dirty="0">
              <a:latin typeface="Times New Roman"/>
              <a:cs typeface="Times New Roman"/>
            </a:endParaRPr>
          </a:p>
        </p:txBody>
      </p:sp>
      <p:sp>
        <p:nvSpPr>
          <p:cNvPr id="9" name="Date Placeholder 8">
            <a:extLst>
              <a:ext uri="{FF2B5EF4-FFF2-40B4-BE49-F238E27FC236}">
                <a16:creationId xmlns:a16="http://schemas.microsoft.com/office/drawing/2014/main" id="{8C23B7CB-8366-DB2B-AEE6-2E57A5EDFCC1}"/>
              </a:ext>
            </a:extLst>
          </p:cNvPr>
          <p:cNvSpPr>
            <a:spLocks noGrp="1"/>
          </p:cNvSpPr>
          <p:nvPr>
            <p:ph type="dt" sz="half" idx="2"/>
          </p:nvPr>
        </p:nvSpPr>
        <p:spPr/>
        <p:txBody>
          <a:bodyPr/>
          <a:lstStyle/>
          <a:p>
            <a:fld id="{616F5819-5320-478E-A13C-2A23D7CECB48}" type="datetime1">
              <a:rPr lang="de-DE" smtClean="0"/>
              <a:t>09.06.2026</a:t>
            </a:fld>
            <a:endParaRPr lang="de-DE"/>
          </a:p>
        </p:txBody>
      </p:sp>
      <p:sp>
        <p:nvSpPr>
          <p:cNvPr id="10" name="Footer Placeholder 9">
            <a:extLst>
              <a:ext uri="{FF2B5EF4-FFF2-40B4-BE49-F238E27FC236}">
                <a16:creationId xmlns:a16="http://schemas.microsoft.com/office/drawing/2014/main" id="{BCD8DFF0-8259-7092-DBEA-A7ED8B3AB25A}"/>
              </a:ext>
            </a:extLst>
          </p:cNvPr>
          <p:cNvSpPr>
            <a:spLocks noGrp="1"/>
          </p:cNvSpPr>
          <p:nvPr>
            <p:ph type="ftr" sz="quarter" idx="3"/>
          </p:nvPr>
        </p:nvSpPr>
        <p:spPr/>
        <p:txBody>
          <a:bodyPr/>
          <a:lstStyle/>
          <a:p>
            <a:r>
              <a:rPr lang="de-DE"/>
              <a:t>ELE-Industrial Communication System</a:t>
            </a:r>
          </a:p>
        </p:txBody>
      </p:sp>
      <p:sp>
        <p:nvSpPr>
          <p:cNvPr id="11" name="Slide Number Placeholder 10">
            <a:extLst>
              <a:ext uri="{FF2B5EF4-FFF2-40B4-BE49-F238E27FC236}">
                <a16:creationId xmlns:a16="http://schemas.microsoft.com/office/drawing/2014/main" id="{1A4F5879-1614-37A7-5AD3-D206CA17B7B8}"/>
              </a:ext>
            </a:extLst>
          </p:cNvPr>
          <p:cNvSpPr>
            <a:spLocks noGrp="1"/>
          </p:cNvSpPr>
          <p:nvPr>
            <p:ph type="sldNum" sz="quarter" idx="4"/>
          </p:nvPr>
        </p:nvSpPr>
        <p:spPr/>
        <p:txBody>
          <a:bodyPr/>
          <a:lstStyle/>
          <a:p>
            <a:fld id="{427882D2-76ED-40F5-9AA8-D6B4E564DC54}" type="slidenum">
              <a:rPr lang="de-DE" smtClean="0"/>
              <a:t>10</a:t>
            </a:fld>
            <a:endParaRPr lang="de-DE"/>
          </a:p>
        </p:txBody>
      </p:sp>
    </p:spTree>
    <p:extLst>
      <p:ext uri="{BB962C8B-B14F-4D97-AF65-F5344CB8AC3E}">
        <p14:creationId xmlns:p14="http://schemas.microsoft.com/office/powerpoint/2010/main" val="3351365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system&#10;&#10;AI-generated content may be incorrect.">
            <a:extLst>
              <a:ext uri="{FF2B5EF4-FFF2-40B4-BE49-F238E27FC236}">
                <a16:creationId xmlns:a16="http://schemas.microsoft.com/office/drawing/2014/main" id="{27DA91B8-272E-6E76-A1F3-A1350DB94779}"/>
              </a:ext>
            </a:extLst>
          </p:cNvPr>
          <p:cNvPicPr>
            <a:picLocks noChangeAspect="1"/>
          </p:cNvPicPr>
          <p:nvPr/>
        </p:nvPicPr>
        <p:blipFill>
          <a:blip r:embed="rId2"/>
          <a:stretch>
            <a:fillRect/>
          </a:stretch>
        </p:blipFill>
        <p:spPr>
          <a:xfrm>
            <a:off x="0" y="646331"/>
            <a:ext cx="11376000" cy="5692000"/>
          </a:xfrm>
          <a:prstGeom prst="rect">
            <a:avLst/>
          </a:prstGeom>
        </p:spPr>
      </p:pic>
      <p:sp>
        <p:nvSpPr>
          <p:cNvPr id="6" name="TextBox 2">
            <a:extLst>
              <a:ext uri="{FF2B5EF4-FFF2-40B4-BE49-F238E27FC236}">
                <a16:creationId xmlns:a16="http://schemas.microsoft.com/office/drawing/2014/main" id="{45F20145-FB77-8634-F023-FA4FCA365403}"/>
              </a:ext>
            </a:extLst>
          </p:cNvPr>
          <p:cNvSpPr txBox="1"/>
          <p:nvPr/>
        </p:nvSpPr>
        <p:spPr>
          <a:xfrm>
            <a:off x="404982" y="0"/>
            <a:ext cx="9290276"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Times New Roman"/>
                <a:ea typeface="Calibri"/>
                <a:cs typeface="Times New Roman"/>
              </a:rPr>
              <a:t>Advantages and Benefits </a:t>
            </a:r>
            <a:endParaRPr lang="en-US" sz="3600" b="1" dirty="0">
              <a:latin typeface="Times New Roman"/>
              <a:cs typeface="Times New Roman"/>
            </a:endParaRPr>
          </a:p>
        </p:txBody>
      </p:sp>
      <p:sp>
        <p:nvSpPr>
          <p:cNvPr id="7" name="Date Placeholder 6">
            <a:extLst>
              <a:ext uri="{FF2B5EF4-FFF2-40B4-BE49-F238E27FC236}">
                <a16:creationId xmlns:a16="http://schemas.microsoft.com/office/drawing/2014/main" id="{7407517B-ED3B-A8E4-CF4E-DF1168C93D17}"/>
              </a:ext>
            </a:extLst>
          </p:cNvPr>
          <p:cNvSpPr>
            <a:spLocks noGrp="1"/>
          </p:cNvSpPr>
          <p:nvPr>
            <p:ph type="dt" sz="half" idx="2"/>
          </p:nvPr>
        </p:nvSpPr>
        <p:spPr/>
        <p:txBody>
          <a:bodyPr/>
          <a:lstStyle/>
          <a:p>
            <a:fld id="{02AB83ED-F025-4D83-9C87-1FA88077B860}" type="datetime1">
              <a:rPr lang="de-DE" smtClean="0"/>
              <a:t>09.06.2026</a:t>
            </a:fld>
            <a:endParaRPr lang="de-DE"/>
          </a:p>
        </p:txBody>
      </p:sp>
      <p:sp>
        <p:nvSpPr>
          <p:cNvPr id="8" name="Footer Placeholder 7">
            <a:extLst>
              <a:ext uri="{FF2B5EF4-FFF2-40B4-BE49-F238E27FC236}">
                <a16:creationId xmlns:a16="http://schemas.microsoft.com/office/drawing/2014/main" id="{127AB0C1-D7D1-FB66-2ED2-93FF5E07BEC9}"/>
              </a:ext>
            </a:extLst>
          </p:cNvPr>
          <p:cNvSpPr>
            <a:spLocks noGrp="1"/>
          </p:cNvSpPr>
          <p:nvPr>
            <p:ph type="ftr" sz="quarter" idx="3"/>
          </p:nvPr>
        </p:nvSpPr>
        <p:spPr/>
        <p:txBody>
          <a:bodyPr/>
          <a:lstStyle/>
          <a:p>
            <a:r>
              <a:rPr lang="de-DE"/>
              <a:t>ELE-Industrial Communication System</a:t>
            </a:r>
          </a:p>
        </p:txBody>
      </p:sp>
      <p:sp>
        <p:nvSpPr>
          <p:cNvPr id="9" name="Slide Number Placeholder 8">
            <a:extLst>
              <a:ext uri="{FF2B5EF4-FFF2-40B4-BE49-F238E27FC236}">
                <a16:creationId xmlns:a16="http://schemas.microsoft.com/office/drawing/2014/main" id="{7E984704-641F-C304-5F57-EB1AB35D16A7}"/>
              </a:ext>
            </a:extLst>
          </p:cNvPr>
          <p:cNvSpPr>
            <a:spLocks noGrp="1"/>
          </p:cNvSpPr>
          <p:nvPr>
            <p:ph type="sldNum" sz="quarter" idx="4"/>
          </p:nvPr>
        </p:nvSpPr>
        <p:spPr/>
        <p:txBody>
          <a:bodyPr/>
          <a:lstStyle/>
          <a:p>
            <a:fld id="{427882D2-76ED-40F5-9AA8-D6B4E564DC54}" type="slidenum">
              <a:rPr lang="de-DE" smtClean="0"/>
              <a:t>11</a:t>
            </a:fld>
            <a:endParaRPr lang="de-DE"/>
          </a:p>
        </p:txBody>
      </p:sp>
    </p:spTree>
    <p:extLst>
      <p:ext uri="{BB962C8B-B14F-4D97-AF65-F5344CB8AC3E}">
        <p14:creationId xmlns:p14="http://schemas.microsoft.com/office/powerpoint/2010/main" val="2566662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a:extLst>
              <a:ext uri="{FF2B5EF4-FFF2-40B4-BE49-F238E27FC236}">
                <a16:creationId xmlns:a16="http://schemas.microsoft.com/office/drawing/2014/main" id="{DD4DCCD5-FC6A-B023-E336-2B83048D7165}"/>
              </a:ext>
            </a:extLst>
          </p:cNvPr>
          <p:cNvSpPr txBox="1"/>
          <p:nvPr/>
        </p:nvSpPr>
        <p:spPr>
          <a:xfrm>
            <a:off x="377433" y="0"/>
            <a:ext cx="7434942" cy="646331"/>
          </a:xfrm>
          <a:prstGeom prst="rect">
            <a:avLst/>
          </a:prstGeom>
          <a:noFill/>
        </p:spPr>
        <p:txBody>
          <a:bodyPr wrap="square" lIns="91440" tIns="45720" rIns="91440" bIns="45720" anchor="t">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3600" b="1" dirty="0">
                <a:latin typeface="Times New Roman"/>
                <a:cs typeface="Times New Roman"/>
              </a:rPr>
              <a:t>Project outcome and Summery </a:t>
            </a:r>
            <a:endParaRPr lang="en-GB" sz="3600" b="1" dirty="0">
              <a:latin typeface="Times New Roman" panose="02020603050405020304" pitchFamily="18" charset="0"/>
              <a:cs typeface="Times New Roman" panose="02020603050405020304" pitchFamily="18" charset="0"/>
            </a:endParaRPr>
          </a:p>
        </p:txBody>
      </p:sp>
      <p:sp>
        <p:nvSpPr>
          <p:cNvPr id="7" name="Slide Number Placeholder 4">
            <a:extLst>
              <a:ext uri="{FF2B5EF4-FFF2-40B4-BE49-F238E27FC236}">
                <a16:creationId xmlns:a16="http://schemas.microsoft.com/office/drawing/2014/main" id="{8BA945B7-B1AF-B29A-EA92-3F165E6C2D1F}"/>
              </a:ext>
            </a:extLst>
          </p:cNvPr>
          <p:cNvSpPr>
            <a:spLocks noGrp="1"/>
          </p:cNvSpPr>
          <p:nvPr/>
        </p:nvSpPr>
        <p:spPr>
          <a:xfrm>
            <a:off x="8721485" y="6620095"/>
            <a:ext cx="2844800" cy="111290"/>
          </a:xfrm>
          <a:prstGeom prst="rect">
            <a:avLst/>
          </a:prstGeom>
        </p:spPr>
        <p:txBody>
          <a:bodyPr vert="horz" lIns="0" tIns="0" rIns="0" bIns="0" rtlCol="0" anchor="ctr"/>
          <a:lstStyle>
            <a:defPPr>
              <a:defRPr lang="de-DE"/>
            </a:defPPr>
            <a:lvl1pPr marL="0" algn="r" defTabSz="457200" rtl="0" eaLnBrk="1" latinLnBrk="0" hangingPunct="1">
              <a:defRPr sz="700" b="1" i="0" kern="1200">
                <a:solidFill>
                  <a:schemeClr val="tx1"/>
                </a:solidFill>
                <a:latin typeface="Source Sans Pro"/>
                <a:ea typeface="+mn-ea"/>
                <a:cs typeface="Source Sans Pro"/>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27882D2-76ED-40F5-9AA8-D6B4E564DC54}" type="slidenum">
              <a:rPr lang="de-DE" smtClean="0"/>
              <a:pPr/>
              <a:t>14</a:t>
            </a:fld>
            <a:endParaRPr lang="de-DE"/>
          </a:p>
        </p:txBody>
      </p:sp>
      <p:pic>
        <p:nvPicPr>
          <p:cNvPr id="8" name="Picture 7" descr="A screenshot of a computer&#10;&#10;AI-generated content may be incorrect.">
            <a:extLst>
              <a:ext uri="{FF2B5EF4-FFF2-40B4-BE49-F238E27FC236}">
                <a16:creationId xmlns:a16="http://schemas.microsoft.com/office/drawing/2014/main" id="{53CCCFC5-E055-BFD0-33EC-B24DCA50A821}"/>
              </a:ext>
            </a:extLst>
          </p:cNvPr>
          <p:cNvPicPr>
            <a:picLocks noChangeAspect="1"/>
          </p:cNvPicPr>
          <p:nvPr/>
        </p:nvPicPr>
        <p:blipFill>
          <a:blip r:embed="rId2"/>
          <a:stretch>
            <a:fillRect/>
          </a:stretch>
        </p:blipFill>
        <p:spPr>
          <a:xfrm>
            <a:off x="439482" y="1500933"/>
            <a:ext cx="10457837" cy="4136616"/>
          </a:xfrm>
          <a:prstGeom prst="rect">
            <a:avLst/>
          </a:prstGeom>
        </p:spPr>
      </p:pic>
      <p:sp>
        <p:nvSpPr>
          <p:cNvPr id="9" name="Date Placeholder 8">
            <a:extLst>
              <a:ext uri="{FF2B5EF4-FFF2-40B4-BE49-F238E27FC236}">
                <a16:creationId xmlns:a16="http://schemas.microsoft.com/office/drawing/2014/main" id="{BB3D41BD-D0EE-2066-1C47-E54D0AE7D2BB}"/>
              </a:ext>
            </a:extLst>
          </p:cNvPr>
          <p:cNvSpPr>
            <a:spLocks noGrp="1"/>
          </p:cNvSpPr>
          <p:nvPr>
            <p:ph type="dt" sz="half" idx="2"/>
          </p:nvPr>
        </p:nvSpPr>
        <p:spPr/>
        <p:txBody>
          <a:bodyPr/>
          <a:lstStyle/>
          <a:p>
            <a:fld id="{5578362D-9C9E-49B0-8CAB-45EAC06D1F18}" type="datetime1">
              <a:rPr lang="de-DE" smtClean="0"/>
              <a:t>09.06.2026</a:t>
            </a:fld>
            <a:endParaRPr lang="de-DE"/>
          </a:p>
        </p:txBody>
      </p:sp>
      <p:sp>
        <p:nvSpPr>
          <p:cNvPr id="10" name="Footer Placeholder 9">
            <a:extLst>
              <a:ext uri="{FF2B5EF4-FFF2-40B4-BE49-F238E27FC236}">
                <a16:creationId xmlns:a16="http://schemas.microsoft.com/office/drawing/2014/main" id="{85F15D3F-0A8B-2579-4B8E-D1B191C5C6F8}"/>
              </a:ext>
            </a:extLst>
          </p:cNvPr>
          <p:cNvSpPr>
            <a:spLocks noGrp="1"/>
          </p:cNvSpPr>
          <p:nvPr>
            <p:ph type="ftr" sz="quarter" idx="3"/>
          </p:nvPr>
        </p:nvSpPr>
        <p:spPr/>
        <p:txBody>
          <a:bodyPr/>
          <a:lstStyle/>
          <a:p>
            <a:r>
              <a:rPr lang="de-DE"/>
              <a:t>ELE-Industrial Communication System</a:t>
            </a:r>
          </a:p>
        </p:txBody>
      </p:sp>
      <p:sp>
        <p:nvSpPr>
          <p:cNvPr id="11" name="Slide Number Placeholder 10">
            <a:extLst>
              <a:ext uri="{FF2B5EF4-FFF2-40B4-BE49-F238E27FC236}">
                <a16:creationId xmlns:a16="http://schemas.microsoft.com/office/drawing/2014/main" id="{CD2D395D-9988-295A-6117-57A595CB0D58}"/>
              </a:ext>
            </a:extLst>
          </p:cNvPr>
          <p:cNvSpPr>
            <a:spLocks noGrp="1"/>
          </p:cNvSpPr>
          <p:nvPr>
            <p:ph type="sldNum" sz="quarter" idx="4"/>
          </p:nvPr>
        </p:nvSpPr>
        <p:spPr/>
        <p:txBody>
          <a:bodyPr/>
          <a:lstStyle/>
          <a:p>
            <a:fld id="{427882D2-76ED-40F5-9AA8-D6B4E564DC54}" type="slidenum">
              <a:rPr lang="de-DE" smtClean="0"/>
              <a:t>12</a:t>
            </a:fld>
            <a:endParaRPr lang="de-DE"/>
          </a:p>
        </p:txBody>
      </p:sp>
    </p:spTree>
    <p:extLst>
      <p:ext uri="{BB962C8B-B14F-4D97-AF65-F5344CB8AC3E}">
        <p14:creationId xmlns:p14="http://schemas.microsoft.com/office/powerpoint/2010/main" val="4230179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64BFA5-1C6C-2C72-648D-1FD5ABB54733}"/>
              </a:ext>
            </a:extLst>
          </p:cNvPr>
          <p:cNvSpPr txBox="1"/>
          <p:nvPr/>
        </p:nvSpPr>
        <p:spPr>
          <a:xfrm>
            <a:off x="3314700" y="2767280"/>
            <a:ext cx="4735285" cy="1323439"/>
          </a:xfrm>
          <a:prstGeom prst="rect">
            <a:avLst/>
          </a:prstGeom>
          <a:noFill/>
        </p:spPr>
        <p:txBody>
          <a:bodyPr wrap="square" rtlCol="0">
            <a:spAutoFit/>
          </a:bodyPr>
          <a:lstStyle/>
          <a:p>
            <a:r>
              <a:rPr lang="en-GB" sz="8000" dirty="0">
                <a:latin typeface="Times New Roman" panose="02020603050405020304" pitchFamily="18" charset="0"/>
                <a:cs typeface="Times New Roman" panose="02020603050405020304" pitchFamily="18" charset="0"/>
              </a:rPr>
              <a:t>Thank you</a:t>
            </a:r>
            <a:endParaRPr lang="de-DE" sz="8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D24F73E-14AB-A228-29BC-40F4F52A7AB2}"/>
              </a:ext>
            </a:extLst>
          </p:cNvPr>
          <p:cNvSpPr>
            <a:spLocks noGrp="1"/>
          </p:cNvSpPr>
          <p:nvPr>
            <p:ph type="dt" sz="half" idx="2"/>
          </p:nvPr>
        </p:nvSpPr>
        <p:spPr/>
        <p:txBody>
          <a:bodyPr/>
          <a:lstStyle/>
          <a:p>
            <a:fld id="{E6D2D0C1-06E5-410D-AFBB-FEAC39E66606}" type="datetime1">
              <a:rPr lang="de-DE" smtClean="0"/>
              <a:t>09.06.2026</a:t>
            </a:fld>
            <a:endParaRPr lang="de-DE"/>
          </a:p>
        </p:txBody>
      </p:sp>
      <p:sp>
        <p:nvSpPr>
          <p:cNvPr id="6" name="Footer Placeholder 5">
            <a:extLst>
              <a:ext uri="{FF2B5EF4-FFF2-40B4-BE49-F238E27FC236}">
                <a16:creationId xmlns:a16="http://schemas.microsoft.com/office/drawing/2014/main" id="{B184B8A9-7CAF-A710-8CAB-5A80C47DFD69}"/>
              </a:ext>
            </a:extLst>
          </p:cNvPr>
          <p:cNvSpPr>
            <a:spLocks noGrp="1"/>
          </p:cNvSpPr>
          <p:nvPr>
            <p:ph type="ftr" sz="quarter" idx="3"/>
          </p:nvPr>
        </p:nvSpPr>
        <p:spPr/>
        <p:txBody>
          <a:bodyPr/>
          <a:lstStyle/>
          <a:p>
            <a:r>
              <a:rPr lang="de-DE"/>
              <a:t>ELE-Industrial Communication System</a:t>
            </a:r>
          </a:p>
        </p:txBody>
      </p:sp>
      <p:sp>
        <p:nvSpPr>
          <p:cNvPr id="7" name="Slide Number Placeholder 6">
            <a:extLst>
              <a:ext uri="{FF2B5EF4-FFF2-40B4-BE49-F238E27FC236}">
                <a16:creationId xmlns:a16="http://schemas.microsoft.com/office/drawing/2014/main" id="{D646BDF5-F350-DD0E-0775-5880836F39B5}"/>
              </a:ext>
            </a:extLst>
          </p:cNvPr>
          <p:cNvSpPr>
            <a:spLocks noGrp="1"/>
          </p:cNvSpPr>
          <p:nvPr>
            <p:ph type="sldNum" sz="quarter" idx="4"/>
          </p:nvPr>
        </p:nvSpPr>
        <p:spPr/>
        <p:txBody>
          <a:bodyPr/>
          <a:lstStyle/>
          <a:p>
            <a:fld id="{427882D2-76ED-40F5-9AA8-D6B4E564DC54}" type="slidenum">
              <a:rPr lang="de-DE" smtClean="0"/>
              <a:t>13</a:t>
            </a:fld>
            <a:endParaRPr lang="de-DE"/>
          </a:p>
        </p:txBody>
      </p:sp>
    </p:spTree>
    <p:extLst>
      <p:ext uri="{BB962C8B-B14F-4D97-AF65-F5344CB8AC3E}">
        <p14:creationId xmlns:p14="http://schemas.microsoft.com/office/powerpoint/2010/main" val="3416550196"/>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ki-ProjektMeeting.potx" id="{E3380594-1F68-41BF-B00D-D278C55573EE}" vid="{1F2C3E56-6124-438B-95EF-9390E48F94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Presentation</Template>
  <TotalTime>0</TotalTime>
  <Words>427</Words>
  <Application>Microsoft Office PowerPoint</Application>
  <PresentationFormat>Widescreen</PresentationFormat>
  <Paragraphs>128</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Source Sans Pro</vt:lpstr>
      <vt:lpstr>Times New Roman</vt:lpstr>
      <vt:lpstr>Wingdings</vt:lpstr>
      <vt:lpstr>Office-Design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Scalora, Giuseppe</dc:creator>
  <cp:lastModifiedBy>Jubair Salehin</cp:lastModifiedBy>
  <cp:revision>14</cp:revision>
  <dcterms:created xsi:type="dcterms:W3CDTF">2025-03-17T09:02:15Z</dcterms:created>
  <dcterms:modified xsi:type="dcterms:W3CDTF">2026-06-09T21:56:48Z</dcterms:modified>
</cp:coreProperties>
</file>